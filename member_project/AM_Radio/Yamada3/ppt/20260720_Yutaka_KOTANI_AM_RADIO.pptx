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1" r:id="rId2"/>
    <p:sldId id="262" r:id="rId3"/>
    <p:sldId id="274" r:id="rId4"/>
    <p:sldId id="275" r:id="rId5"/>
    <p:sldId id="276" r:id="rId6"/>
    <p:sldId id="284" r:id="rId7"/>
    <p:sldId id="285" r:id="rId8"/>
    <p:sldId id="286" r:id="rId9"/>
    <p:sldId id="287" r:id="rId10"/>
    <p:sldId id="271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4512DE-D064-44EA-8C39-3DD0C515489F}" v="88" dt="2026-07-16T06:56:44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83912" autoAdjust="0"/>
  </p:normalViewPr>
  <p:slideViewPr>
    <p:cSldViewPr snapToGrid="0">
      <p:cViewPr varScale="1">
        <p:scale>
          <a:sx n="59" d="100"/>
          <a:sy n="59" d="100"/>
        </p:scale>
        <p:origin x="700" y="52"/>
      </p:cViewPr>
      <p:guideLst/>
    </p:cSldViewPr>
  </p:slideViewPr>
  <p:outlineViewPr>
    <p:cViewPr>
      <p:scale>
        <a:sx n="33" d="100"/>
        <a:sy n="33" d="100"/>
      </p:scale>
      <p:origin x="0" y="-119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253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豊 小谷" userId="3605ec3106b20ed8" providerId="LiveId" clId="{05627680-9581-44A8-A355-DE20D011879F}"/>
    <pc:docChg chg="undo custSel addSld delSld modSld sldOrd modMainMaster modShowInfo">
      <pc:chgData name="豊 小谷" userId="3605ec3106b20ed8" providerId="LiveId" clId="{05627680-9581-44A8-A355-DE20D011879F}" dt="2026-07-16T06:57:11.100" v="8363" actId="20577"/>
      <pc:docMkLst>
        <pc:docMk/>
      </pc:docMkLst>
      <pc:sldChg chg="addSp delSp modSp new mod modNotesTx">
        <pc:chgData name="豊 小谷" userId="3605ec3106b20ed8" providerId="LiveId" clId="{05627680-9581-44A8-A355-DE20D011879F}" dt="2026-07-16T00:23:44.825" v="3498" actId="20577"/>
        <pc:sldMkLst>
          <pc:docMk/>
          <pc:sldMk cId="2881290642" sldId="261"/>
        </pc:sldMkLst>
        <pc:spChg chg="mod">
          <ac:chgData name="豊 小谷" userId="3605ec3106b20ed8" providerId="LiveId" clId="{05627680-9581-44A8-A355-DE20D011879F}" dt="2026-07-16T00:23:23.178" v="3497" actId="20577"/>
          <ac:spMkLst>
            <pc:docMk/>
            <pc:sldMk cId="2881290642" sldId="261"/>
            <ac:spMk id="2" creationId="{C961F07B-F036-AEB6-9E15-27930A70B3E5}"/>
          </ac:spMkLst>
        </pc:spChg>
        <pc:spChg chg="del mod">
          <ac:chgData name="豊 小谷" userId="3605ec3106b20ed8" providerId="LiveId" clId="{05627680-9581-44A8-A355-DE20D011879F}" dt="2026-07-15T21:47:07.126" v="2502" actId="478"/>
          <ac:spMkLst>
            <pc:docMk/>
            <pc:sldMk cId="2881290642" sldId="261"/>
            <ac:spMk id="3" creationId="{CAAA61F1-4BA6-C457-E76C-FDF43B4E3183}"/>
          </ac:spMkLst>
        </pc:spChg>
        <pc:spChg chg="add del mod">
          <ac:chgData name="豊 小谷" userId="3605ec3106b20ed8" providerId="LiveId" clId="{05627680-9581-44A8-A355-DE20D011879F}" dt="2026-07-15T21:46:18.280" v="2475" actId="478"/>
          <ac:spMkLst>
            <pc:docMk/>
            <pc:sldMk cId="2881290642" sldId="261"/>
            <ac:spMk id="5" creationId="{535A945E-19B5-E33D-E6FB-0576CB604903}"/>
          </ac:spMkLst>
        </pc:spChg>
        <pc:spChg chg="add del mod">
          <ac:chgData name="豊 小谷" userId="3605ec3106b20ed8" providerId="LiveId" clId="{05627680-9581-44A8-A355-DE20D011879F}" dt="2026-07-15T21:47:10.253" v="2503" actId="478"/>
          <ac:spMkLst>
            <pc:docMk/>
            <pc:sldMk cId="2881290642" sldId="261"/>
            <ac:spMk id="10" creationId="{0962278F-58AA-2C93-5E95-AE08CB2AD23C}"/>
          </ac:spMkLst>
        </pc:spChg>
        <pc:picChg chg="add del mod ord">
          <ac:chgData name="豊 小谷" userId="3605ec3106b20ed8" providerId="LiveId" clId="{05627680-9581-44A8-A355-DE20D011879F}" dt="2026-07-15T21:45:05.442" v="2463" actId="478"/>
          <ac:picMkLst>
            <pc:docMk/>
            <pc:sldMk cId="2881290642" sldId="261"/>
            <ac:picMk id="6" creationId="{C56D6767-C031-3C4E-D767-9D8E0D58CB76}"/>
          </ac:picMkLst>
        </pc:picChg>
        <pc:picChg chg="add del mod modCrop">
          <ac:chgData name="豊 小谷" userId="3605ec3106b20ed8" providerId="LiveId" clId="{05627680-9581-44A8-A355-DE20D011879F}" dt="2026-07-15T21:46:05.747" v="2470" actId="478"/>
          <ac:picMkLst>
            <pc:docMk/>
            <pc:sldMk cId="2881290642" sldId="261"/>
            <ac:picMk id="7" creationId="{C07D2537-7399-D47C-885C-86B3DC50A2CE}"/>
          </ac:picMkLst>
        </pc:picChg>
        <pc:picChg chg="add del mod">
          <ac:chgData name="豊 小谷" userId="3605ec3106b20ed8" providerId="LiveId" clId="{05627680-9581-44A8-A355-DE20D011879F}" dt="2026-07-15T21:47:12.615" v="2504" actId="1076"/>
          <ac:picMkLst>
            <pc:docMk/>
            <pc:sldMk cId="2881290642" sldId="261"/>
            <ac:picMk id="8" creationId="{94923F2E-3ACE-CA20-50D6-EA9DCDF8EC7E}"/>
          </ac:picMkLst>
        </pc:picChg>
        <pc:cxnChg chg="add mod">
          <ac:chgData name="豊 小谷" userId="3605ec3106b20ed8" providerId="LiveId" clId="{05627680-9581-44A8-A355-DE20D011879F}" dt="2026-07-16T00:19:11.647" v="3456" actId="1582"/>
          <ac:cxnSpMkLst>
            <pc:docMk/>
            <pc:sldMk cId="2881290642" sldId="261"/>
            <ac:cxnSpMk id="12" creationId="{F14FBD40-630B-D05C-BC57-0E394C180CA7}"/>
          </ac:cxnSpMkLst>
        </pc:cxnChg>
      </pc:sldChg>
      <pc:sldChg chg="modSp mod ord">
        <pc:chgData name="豊 小谷" userId="3605ec3106b20ed8" providerId="LiveId" clId="{05627680-9581-44A8-A355-DE20D011879F}" dt="2026-07-16T06:39:37.489" v="8045"/>
        <pc:sldMkLst>
          <pc:docMk/>
          <pc:sldMk cId="2309114694" sldId="262"/>
        </pc:sldMkLst>
        <pc:spChg chg="mod">
          <ac:chgData name="豊 小谷" userId="3605ec3106b20ed8" providerId="LiveId" clId="{05627680-9581-44A8-A355-DE20D011879F}" dt="2026-07-15T21:47:57.352" v="2524" actId="20577"/>
          <ac:spMkLst>
            <pc:docMk/>
            <pc:sldMk cId="2309114694" sldId="262"/>
            <ac:spMk id="4" creationId="{8A85FD3F-980E-B6B5-6FCA-451483397AAC}"/>
          </ac:spMkLst>
        </pc:spChg>
        <pc:spChg chg="mod">
          <ac:chgData name="豊 小谷" userId="3605ec3106b20ed8" providerId="LiveId" clId="{05627680-9581-44A8-A355-DE20D011879F}" dt="2026-07-16T00:30:17.438" v="3534" actId="20577"/>
          <ac:spMkLst>
            <pc:docMk/>
            <pc:sldMk cId="2309114694" sldId="262"/>
            <ac:spMk id="6" creationId="{80D2A1DE-0977-E1FF-8CFD-0E698975501A}"/>
          </ac:spMkLst>
        </pc:spChg>
        <pc:spChg chg="mod">
          <ac:chgData name="豊 小谷" userId="3605ec3106b20ed8" providerId="LiveId" clId="{05627680-9581-44A8-A355-DE20D011879F}" dt="2026-07-16T01:08:52.233" v="4007" actId="20577"/>
          <ac:spMkLst>
            <pc:docMk/>
            <pc:sldMk cId="2309114694" sldId="262"/>
            <ac:spMk id="8" creationId="{DE90BF70-22FF-F34D-9AA1-3E94C476D2F9}"/>
          </ac:spMkLst>
        </pc:spChg>
        <pc:spChg chg="mod">
          <ac:chgData name="豊 小谷" userId="3605ec3106b20ed8" providerId="LiveId" clId="{05627680-9581-44A8-A355-DE20D011879F}" dt="2026-07-16T04:13:40.631" v="5610"/>
          <ac:spMkLst>
            <pc:docMk/>
            <pc:sldMk cId="2309114694" sldId="262"/>
            <ac:spMk id="10" creationId="{AD869DF4-B32D-B21F-47C9-8F34FA8AA9DB}"/>
          </ac:spMkLst>
        </pc:spChg>
        <pc:spChg chg="mod">
          <ac:chgData name="豊 小谷" userId="3605ec3106b20ed8" providerId="LiveId" clId="{05627680-9581-44A8-A355-DE20D011879F}" dt="2026-07-16T06:39:36.315" v="8044"/>
          <ac:spMkLst>
            <pc:docMk/>
            <pc:sldMk cId="2309114694" sldId="262"/>
            <ac:spMk id="12" creationId="{E6EC81BC-899D-85F0-DFA8-DFC657B90422}"/>
          </ac:spMkLst>
        </pc:spChg>
        <pc:spChg chg="mod">
          <ac:chgData name="豊 小谷" userId="3605ec3106b20ed8" providerId="LiveId" clId="{05627680-9581-44A8-A355-DE20D011879F}" dt="2026-07-16T06:39:37.489" v="8045"/>
          <ac:spMkLst>
            <pc:docMk/>
            <pc:sldMk cId="2309114694" sldId="262"/>
            <ac:spMk id="14" creationId="{FC4C707C-8103-E7B0-21AE-CB72D0953796}"/>
          </ac:spMkLst>
        </pc:spChg>
        <pc:spChg chg="mod">
          <ac:chgData name="豊 小谷" userId="3605ec3106b20ed8" providerId="LiveId" clId="{05627680-9581-44A8-A355-DE20D011879F}" dt="2026-07-16T06:39:23.067" v="8043" actId="20577"/>
          <ac:spMkLst>
            <pc:docMk/>
            <pc:sldMk cId="2309114694" sldId="262"/>
            <ac:spMk id="16" creationId="{C289D3E0-4B14-B2AE-C676-1FD6730DF579}"/>
          </ac:spMkLst>
        </pc:spChg>
      </pc:sldChg>
      <pc:sldChg chg="addSp delSp modSp del mod ord">
        <pc:chgData name="豊 小谷" userId="3605ec3106b20ed8" providerId="LiveId" clId="{05627680-9581-44A8-A355-DE20D011879F}" dt="2026-07-16T00:45:34.247" v="3569" actId="2696"/>
        <pc:sldMkLst>
          <pc:docMk/>
          <pc:sldMk cId="609382087" sldId="263"/>
        </pc:sldMkLst>
        <pc:spChg chg="del">
          <ac:chgData name="豊 小谷" userId="3605ec3106b20ed8" providerId="LiveId" clId="{05627680-9581-44A8-A355-DE20D011879F}" dt="2026-07-15T21:49:21.039" v="2532" actId="478"/>
          <ac:spMkLst>
            <pc:docMk/>
            <pc:sldMk cId="609382087" sldId="263"/>
            <ac:spMk id="3" creationId="{56BD64B5-229D-FEAB-940F-B4C67ADF90A0}"/>
          </ac:spMkLst>
        </pc:spChg>
        <pc:spChg chg="mod">
          <ac:chgData name="豊 小谷" userId="3605ec3106b20ed8" providerId="LiveId" clId="{05627680-9581-44A8-A355-DE20D011879F}" dt="2026-07-15T21:48:31.587" v="2526"/>
          <ac:spMkLst>
            <pc:docMk/>
            <pc:sldMk cId="609382087" sldId="263"/>
            <ac:spMk id="4" creationId="{B637C75C-CBFA-2AF8-7DDF-F9E4F93860DE}"/>
          </ac:spMkLst>
        </pc:spChg>
        <pc:spChg chg="del">
          <ac:chgData name="豊 小谷" userId="3605ec3106b20ed8" providerId="LiveId" clId="{05627680-9581-44A8-A355-DE20D011879F}" dt="2026-07-15T21:49:02.381" v="2527" actId="478"/>
          <ac:spMkLst>
            <pc:docMk/>
            <pc:sldMk cId="609382087" sldId="263"/>
            <ac:spMk id="5" creationId="{51EB6726-0D7C-6898-00AB-553BDECA9C6C}"/>
          </ac:spMkLst>
        </pc:spChg>
        <pc:spChg chg="add del mod">
          <ac:chgData name="豊 小谷" userId="3605ec3106b20ed8" providerId="LiveId" clId="{05627680-9581-44A8-A355-DE20D011879F}" dt="2026-07-15T21:49:23.332" v="2533" actId="478"/>
          <ac:spMkLst>
            <pc:docMk/>
            <pc:sldMk cId="609382087" sldId="263"/>
            <ac:spMk id="18" creationId="{13866AFE-7D76-9E31-45C3-101A7FBA5678}"/>
          </ac:spMkLst>
        </pc:spChg>
        <pc:spChg chg="add del">
          <ac:chgData name="豊 小谷" userId="3605ec3106b20ed8" providerId="LiveId" clId="{05627680-9581-44A8-A355-DE20D011879F}" dt="2026-07-15T21:49:43.912" v="2538" actId="478"/>
          <ac:spMkLst>
            <pc:docMk/>
            <pc:sldMk cId="609382087" sldId="263"/>
            <ac:spMk id="19" creationId="{0286CFD0-6083-7439-8266-6B93C1E21CEC}"/>
          </ac:spMkLst>
        </pc:spChg>
        <pc:spChg chg="add mod">
          <ac:chgData name="豊 小谷" userId="3605ec3106b20ed8" providerId="LiveId" clId="{05627680-9581-44A8-A355-DE20D011879F}" dt="2026-07-15T23:45:24.295" v="2720" actId="164"/>
          <ac:spMkLst>
            <pc:docMk/>
            <pc:sldMk cId="609382087" sldId="263"/>
            <ac:spMk id="20" creationId="{C72DDEB0-AE78-E3D4-EBD6-93263B5AC6CB}"/>
          </ac:spMkLst>
        </pc:spChg>
        <pc:grpChg chg="add mod">
          <ac:chgData name="豊 小谷" userId="3605ec3106b20ed8" providerId="LiveId" clId="{05627680-9581-44A8-A355-DE20D011879F}" dt="2026-07-15T23:48:10.476" v="2725" actId="1076"/>
          <ac:grpSpMkLst>
            <pc:docMk/>
            <pc:sldMk cId="609382087" sldId="263"/>
            <ac:grpSpMk id="23" creationId="{95A90080-10B3-4502-18C0-0AC5145D7F4E}"/>
          </ac:grpSpMkLst>
        </pc:grpChg>
        <pc:grpChg chg="del">
          <ac:chgData name="豊 小谷" userId="3605ec3106b20ed8" providerId="LiveId" clId="{05627680-9581-44A8-A355-DE20D011879F}" dt="2026-07-15T21:49:09.508" v="2528" actId="478"/>
          <ac:grpSpMkLst>
            <pc:docMk/>
            <pc:sldMk cId="609382087" sldId="263"/>
            <ac:grpSpMk id="51" creationId="{9FE28D4C-EEA3-A2AE-B4EB-773AC0703F7C}"/>
          </ac:grpSpMkLst>
        </pc:grpChg>
        <pc:picChg chg="add mod">
          <ac:chgData name="豊 小谷" userId="3605ec3106b20ed8" providerId="LiveId" clId="{05627680-9581-44A8-A355-DE20D011879F}" dt="2026-07-15T23:45:24.295" v="2720" actId="164"/>
          <ac:picMkLst>
            <pc:docMk/>
            <pc:sldMk cId="609382087" sldId="263"/>
            <ac:picMk id="14" creationId="{33BA1685-BFDC-F345-F3D1-D21E93C98191}"/>
          </ac:picMkLst>
        </pc:picChg>
        <pc:cxnChg chg="mod">
          <ac:chgData name="豊 小谷" userId="3605ec3106b20ed8" providerId="LiveId" clId="{05627680-9581-44A8-A355-DE20D011879F}" dt="2026-07-15T21:49:09.508" v="2528" actId="478"/>
          <ac:cxnSpMkLst>
            <pc:docMk/>
            <pc:sldMk cId="609382087" sldId="263"/>
            <ac:cxnSpMk id="15" creationId="{4E9F3FAD-D98F-4C05-FE08-02D58482AAFD}"/>
          </ac:cxnSpMkLst>
        </pc:cxnChg>
        <pc:cxnChg chg="mod">
          <ac:chgData name="豊 小谷" userId="3605ec3106b20ed8" providerId="LiveId" clId="{05627680-9581-44A8-A355-DE20D011879F}" dt="2026-07-15T21:49:09.508" v="2528" actId="478"/>
          <ac:cxnSpMkLst>
            <pc:docMk/>
            <pc:sldMk cId="609382087" sldId="263"/>
            <ac:cxnSpMk id="17" creationId="{221CE860-C914-8F0B-BAD5-4CFEACEC76AE}"/>
          </ac:cxnSpMkLst>
        </pc:cxnChg>
        <pc:cxnChg chg="mod">
          <ac:chgData name="豊 小谷" userId="3605ec3106b20ed8" providerId="LiveId" clId="{05627680-9581-44A8-A355-DE20D011879F}" dt="2026-07-15T21:49:09.508" v="2528" actId="478"/>
          <ac:cxnSpMkLst>
            <pc:docMk/>
            <pc:sldMk cId="609382087" sldId="263"/>
            <ac:cxnSpMk id="21" creationId="{15E6E80C-1E7A-2561-D866-57E15EBCC716}"/>
          </ac:cxnSpMkLst>
        </pc:cxnChg>
        <pc:cxnChg chg="mod">
          <ac:chgData name="豊 小谷" userId="3605ec3106b20ed8" providerId="LiveId" clId="{05627680-9581-44A8-A355-DE20D011879F}" dt="2026-07-15T21:49:09.508" v="2528" actId="478"/>
          <ac:cxnSpMkLst>
            <pc:docMk/>
            <pc:sldMk cId="609382087" sldId="263"/>
            <ac:cxnSpMk id="22" creationId="{4DBBD469-2AD3-16FA-BD65-618E6FA16461}"/>
          </ac:cxnSpMkLst>
        </pc:cxnChg>
        <pc:cxnChg chg="mod">
          <ac:chgData name="豊 小谷" userId="3605ec3106b20ed8" providerId="LiveId" clId="{05627680-9581-44A8-A355-DE20D011879F}" dt="2026-07-15T21:49:09.508" v="2528" actId="478"/>
          <ac:cxnSpMkLst>
            <pc:docMk/>
            <pc:sldMk cId="609382087" sldId="263"/>
            <ac:cxnSpMk id="25" creationId="{2A6AA2B7-3B89-85CF-74D8-65CE19F2677B}"/>
          </ac:cxnSpMkLst>
        </pc:cxnChg>
        <pc:cxnChg chg="mod">
          <ac:chgData name="豊 小谷" userId="3605ec3106b20ed8" providerId="LiveId" clId="{05627680-9581-44A8-A355-DE20D011879F}" dt="2026-07-15T21:49:09.508" v="2528" actId="478"/>
          <ac:cxnSpMkLst>
            <pc:docMk/>
            <pc:sldMk cId="609382087" sldId="263"/>
            <ac:cxnSpMk id="31" creationId="{4DE04126-D7DB-3B36-5874-165732F7FDE2}"/>
          </ac:cxnSpMkLst>
        </pc:cxnChg>
        <pc:cxnChg chg="mod">
          <ac:chgData name="豊 小谷" userId="3605ec3106b20ed8" providerId="LiveId" clId="{05627680-9581-44A8-A355-DE20D011879F}" dt="2026-07-15T21:49:09.508" v="2528" actId="478"/>
          <ac:cxnSpMkLst>
            <pc:docMk/>
            <pc:sldMk cId="609382087" sldId="263"/>
            <ac:cxnSpMk id="42" creationId="{8AE3F7DF-BFCF-79D0-2D0B-5BE17F63D717}"/>
          </ac:cxnSpMkLst>
        </pc:cxnChg>
      </pc:sldChg>
      <pc:sldChg chg="modSp del mod">
        <pc:chgData name="豊 小谷" userId="3605ec3106b20ed8" providerId="LiveId" clId="{05627680-9581-44A8-A355-DE20D011879F}" dt="2026-07-16T06:12:42.432" v="7908" actId="47"/>
        <pc:sldMkLst>
          <pc:docMk/>
          <pc:sldMk cId="1819418187" sldId="264"/>
        </pc:sldMkLst>
        <pc:spChg chg="mod">
          <ac:chgData name="豊 小谷" userId="3605ec3106b20ed8" providerId="LiveId" clId="{05627680-9581-44A8-A355-DE20D011879F}" dt="2026-07-16T00:46:24.057" v="3574" actId="20577"/>
          <ac:spMkLst>
            <pc:docMk/>
            <pc:sldMk cId="1819418187" sldId="264"/>
            <ac:spMk id="4" creationId="{01E4CE31-BD3F-9870-F5EE-7943CF3C2EC6}"/>
          </ac:spMkLst>
        </pc:spChg>
      </pc:sldChg>
      <pc:sldChg chg="modSp del mod ord">
        <pc:chgData name="豊 小谷" userId="3605ec3106b20ed8" providerId="LiveId" clId="{05627680-9581-44A8-A355-DE20D011879F}" dt="2026-07-16T05:45:10.672" v="7337" actId="47"/>
        <pc:sldMkLst>
          <pc:docMk/>
          <pc:sldMk cId="572870471" sldId="265"/>
        </pc:sldMkLst>
        <pc:picChg chg="mod">
          <ac:chgData name="豊 小谷" userId="3605ec3106b20ed8" providerId="LiveId" clId="{05627680-9581-44A8-A355-DE20D011879F}" dt="2026-07-15T23:45:00.414" v="2717" actId="688"/>
          <ac:picMkLst>
            <pc:docMk/>
            <pc:sldMk cId="572870471" sldId="265"/>
            <ac:picMk id="6" creationId="{31A14FF3-EA7C-91D1-C7EF-FDC9560313F4}"/>
          </ac:picMkLst>
        </pc:picChg>
      </pc:sldChg>
      <pc:sldChg chg="del">
        <pc:chgData name="豊 小谷" userId="3605ec3106b20ed8" providerId="LiveId" clId="{05627680-9581-44A8-A355-DE20D011879F}" dt="2026-07-16T06:12:42.432" v="7908" actId="47"/>
        <pc:sldMkLst>
          <pc:docMk/>
          <pc:sldMk cId="1117397941" sldId="267"/>
        </pc:sldMkLst>
      </pc:sldChg>
      <pc:sldChg chg="addSp delSp modSp del mod">
        <pc:chgData name="豊 小谷" userId="3605ec3106b20ed8" providerId="LiveId" clId="{05627680-9581-44A8-A355-DE20D011879F}" dt="2026-07-16T06:56:51.137" v="8350" actId="47"/>
        <pc:sldMkLst>
          <pc:docMk/>
          <pc:sldMk cId="2564216696" sldId="268"/>
        </pc:sldMkLst>
        <pc:spChg chg="mod">
          <ac:chgData name="豊 小谷" userId="3605ec3106b20ed8" providerId="LiveId" clId="{05627680-9581-44A8-A355-DE20D011879F}" dt="2026-07-16T06:43:58.382" v="8138" actId="20577"/>
          <ac:spMkLst>
            <pc:docMk/>
            <pc:sldMk cId="2564216696" sldId="268"/>
            <ac:spMk id="3" creationId="{CA607A88-E9F7-8FEF-1097-4451A25433CE}"/>
          </ac:spMkLst>
        </pc:spChg>
        <pc:spChg chg="mod">
          <ac:chgData name="豊 小谷" userId="3605ec3106b20ed8" providerId="LiveId" clId="{05627680-9581-44A8-A355-DE20D011879F}" dt="2026-07-16T06:39:08.276" v="8038" actId="20577"/>
          <ac:spMkLst>
            <pc:docMk/>
            <pc:sldMk cId="2564216696" sldId="268"/>
            <ac:spMk id="4" creationId="{539F07FA-A22C-1D15-184E-5E33CD4CC67A}"/>
          </ac:spMkLst>
        </pc:spChg>
        <pc:picChg chg="del">
          <ac:chgData name="豊 小谷" userId="3605ec3106b20ed8" providerId="LiveId" clId="{05627680-9581-44A8-A355-DE20D011879F}" dt="2026-07-16T06:49:12.701" v="8139" actId="478"/>
          <ac:picMkLst>
            <pc:docMk/>
            <pc:sldMk cId="2564216696" sldId="268"/>
            <ac:picMk id="5" creationId="{57D35604-0A17-FA3B-DF6A-CC2587B74B94}"/>
          </ac:picMkLst>
        </pc:picChg>
        <pc:picChg chg="add mod">
          <ac:chgData name="豊 小谷" userId="3605ec3106b20ed8" providerId="LiveId" clId="{05627680-9581-44A8-A355-DE20D011879F}" dt="2026-07-16T06:49:50.699" v="8151" actId="1076"/>
          <ac:picMkLst>
            <pc:docMk/>
            <pc:sldMk cId="2564216696" sldId="268"/>
            <ac:picMk id="29" creationId="{41106DE7-372E-79CF-7D41-66BAA1107EF3}"/>
          </ac:picMkLst>
        </pc:picChg>
      </pc:sldChg>
      <pc:sldChg chg="addSp delSp modSp del mod">
        <pc:chgData name="豊 小谷" userId="3605ec3106b20ed8" providerId="LiveId" clId="{05627680-9581-44A8-A355-DE20D011879F}" dt="2026-07-16T06:11:26.927" v="7907" actId="47"/>
        <pc:sldMkLst>
          <pc:docMk/>
          <pc:sldMk cId="2965481433" sldId="269"/>
        </pc:sldMkLst>
        <pc:spChg chg="mod">
          <ac:chgData name="豊 小谷" userId="3605ec3106b20ed8" providerId="LiveId" clId="{05627680-9581-44A8-A355-DE20D011879F}" dt="2026-07-16T05:55:17.945" v="7560" actId="20577"/>
          <ac:spMkLst>
            <pc:docMk/>
            <pc:sldMk cId="2965481433" sldId="269"/>
            <ac:spMk id="3" creationId="{5835828E-CF43-9964-F3B9-D635603B81BD}"/>
          </ac:spMkLst>
        </pc:spChg>
        <pc:spChg chg="add mod">
          <ac:chgData name="豊 小谷" userId="3605ec3106b20ed8" providerId="LiveId" clId="{05627680-9581-44A8-A355-DE20D011879F}" dt="2026-07-16T05:51:29.195" v="7462" actId="478"/>
          <ac:spMkLst>
            <pc:docMk/>
            <pc:sldMk cId="2965481433" sldId="269"/>
            <ac:spMk id="6" creationId="{A5673BFD-D4BD-1124-285A-1D2E3636475B}"/>
          </ac:spMkLst>
        </pc:spChg>
        <pc:picChg chg="del">
          <ac:chgData name="豊 小谷" userId="3605ec3106b20ed8" providerId="LiveId" clId="{05627680-9581-44A8-A355-DE20D011879F}" dt="2026-07-16T05:51:29.195" v="7462" actId="478"/>
          <ac:picMkLst>
            <pc:docMk/>
            <pc:sldMk cId="2965481433" sldId="269"/>
            <ac:picMk id="5" creationId="{EC64BB7E-3D31-36C8-C236-990955B0A2E4}"/>
          </ac:picMkLst>
        </pc:picChg>
        <pc:picChg chg="add mod">
          <ac:chgData name="豊 小谷" userId="3605ec3106b20ed8" providerId="LiveId" clId="{05627680-9581-44A8-A355-DE20D011879F}" dt="2026-07-16T05:51:41.254" v="7466" actId="1076"/>
          <ac:picMkLst>
            <pc:docMk/>
            <pc:sldMk cId="2965481433" sldId="269"/>
            <ac:picMk id="8" creationId="{E5D4ECB7-8090-A766-6B91-EF6CDD08E087}"/>
          </ac:picMkLst>
        </pc:picChg>
      </pc:sldChg>
      <pc:sldChg chg="del">
        <pc:chgData name="豊 小谷" userId="3605ec3106b20ed8" providerId="LiveId" clId="{05627680-9581-44A8-A355-DE20D011879F}" dt="2026-07-16T06:12:42.432" v="7908" actId="47"/>
        <pc:sldMkLst>
          <pc:docMk/>
          <pc:sldMk cId="1902547287" sldId="270"/>
        </pc:sldMkLst>
      </pc:sldChg>
      <pc:sldChg chg="addSp delSp modSp new del mod">
        <pc:chgData name="豊 小谷" userId="3605ec3106b20ed8" providerId="LiveId" clId="{05627680-9581-44A8-A355-DE20D011879F}" dt="2026-07-16T00:45:55.890" v="3571" actId="2696"/>
        <pc:sldMkLst>
          <pc:docMk/>
          <pc:sldMk cId="1126823595" sldId="272"/>
        </pc:sldMkLst>
        <pc:spChg chg="del">
          <ac:chgData name="豊 小谷" userId="3605ec3106b20ed8" providerId="LiveId" clId="{05627680-9581-44A8-A355-DE20D011879F}" dt="2026-07-15T23:49:06.384" v="2736" actId="22"/>
          <ac:spMkLst>
            <pc:docMk/>
            <pc:sldMk cId="1126823595" sldId="272"/>
            <ac:spMk id="3" creationId="{ABB8BCE5-08C9-DD70-FB1D-0F2685234467}"/>
          </ac:spMkLst>
        </pc:spChg>
        <pc:spChg chg="mod">
          <ac:chgData name="豊 小谷" userId="3605ec3106b20ed8" providerId="LiveId" clId="{05627680-9581-44A8-A355-DE20D011879F}" dt="2026-07-15T23:50:12.676" v="2745"/>
          <ac:spMkLst>
            <pc:docMk/>
            <pc:sldMk cId="1126823595" sldId="272"/>
            <ac:spMk id="4" creationId="{C9D1CC4E-7BE4-04A9-7B6A-21F784A68676}"/>
          </ac:spMkLst>
        </pc:spChg>
        <pc:spChg chg="mod">
          <ac:chgData name="豊 小谷" userId="3605ec3106b20ed8" providerId="LiveId" clId="{05627680-9581-44A8-A355-DE20D011879F}" dt="2026-07-15T23:48:24.544" v="2727"/>
          <ac:spMkLst>
            <pc:docMk/>
            <pc:sldMk cId="1126823595" sldId="272"/>
            <ac:spMk id="8" creationId="{A4349832-12ED-B5BF-3734-8375A9BB788E}"/>
          </ac:spMkLst>
        </pc:spChg>
        <pc:grpChg chg="add mod">
          <ac:chgData name="豊 小谷" userId="3605ec3106b20ed8" providerId="LiveId" clId="{05627680-9581-44A8-A355-DE20D011879F}" dt="2026-07-15T23:49:19.693" v="2738" actId="1076"/>
          <ac:grpSpMkLst>
            <pc:docMk/>
            <pc:sldMk cId="1126823595" sldId="272"/>
            <ac:grpSpMk id="6" creationId="{33D35F31-0114-2360-023E-50CE4C57E45E}"/>
          </ac:grpSpMkLst>
        </pc:grpChg>
        <pc:picChg chg="mod">
          <ac:chgData name="豊 小谷" userId="3605ec3106b20ed8" providerId="LiveId" clId="{05627680-9581-44A8-A355-DE20D011879F}" dt="2026-07-15T23:48:24.544" v="2727"/>
          <ac:picMkLst>
            <pc:docMk/>
            <pc:sldMk cId="1126823595" sldId="272"/>
            <ac:picMk id="7" creationId="{4CE8552F-41F0-5279-EDC0-FD482D41773E}"/>
          </ac:picMkLst>
        </pc:picChg>
        <pc:picChg chg="add mod ord">
          <ac:chgData name="豊 小谷" userId="3605ec3106b20ed8" providerId="LiveId" clId="{05627680-9581-44A8-A355-DE20D011879F}" dt="2026-07-15T23:49:23.390" v="2739" actId="1076"/>
          <ac:picMkLst>
            <pc:docMk/>
            <pc:sldMk cId="1126823595" sldId="272"/>
            <ac:picMk id="10" creationId="{08295350-008B-A144-D094-8B9188B66D07}"/>
          </ac:picMkLst>
        </pc:picChg>
        <pc:picChg chg="add mod">
          <ac:chgData name="豊 小谷" userId="3605ec3106b20ed8" providerId="LiveId" clId="{05627680-9581-44A8-A355-DE20D011879F}" dt="2026-07-15T23:50:48.528" v="2747" actId="1076"/>
          <ac:picMkLst>
            <pc:docMk/>
            <pc:sldMk cId="1126823595" sldId="272"/>
            <ac:picMk id="12" creationId="{27A31530-5089-1FD9-90DE-F15DC06B233D}"/>
          </ac:picMkLst>
        </pc:picChg>
      </pc:sldChg>
      <pc:sldChg chg="new del">
        <pc:chgData name="豊 小谷" userId="3605ec3106b20ed8" providerId="LiveId" clId="{05627680-9581-44A8-A355-DE20D011879F}" dt="2026-07-16T00:45:52.099" v="3570" actId="2696"/>
        <pc:sldMkLst>
          <pc:docMk/>
          <pc:sldMk cId="3098273213" sldId="273"/>
        </pc:sldMkLst>
      </pc:sldChg>
      <pc:sldChg chg="addSp modSp new mod ord">
        <pc:chgData name="豊 小谷" userId="3605ec3106b20ed8" providerId="LiveId" clId="{05627680-9581-44A8-A355-DE20D011879F}" dt="2026-07-16T06:57:11.100" v="8363" actId="20577"/>
        <pc:sldMkLst>
          <pc:docMk/>
          <pc:sldMk cId="1924138140" sldId="274"/>
        </pc:sldMkLst>
        <pc:spChg chg="mod">
          <ac:chgData name="豊 小谷" userId="3605ec3106b20ed8" providerId="LiveId" clId="{05627680-9581-44A8-A355-DE20D011879F}" dt="2026-07-15T23:55:45.880" v="2977" actId="20577"/>
          <ac:spMkLst>
            <pc:docMk/>
            <pc:sldMk cId="1924138140" sldId="274"/>
            <ac:spMk id="2" creationId="{569ACD4D-03F3-A30E-115E-186F2B1A7A90}"/>
          </ac:spMkLst>
        </pc:spChg>
        <pc:spChg chg="mod">
          <ac:chgData name="豊 小谷" userId="3605ec3106b20ed8" providerId="LiveId" clId="{05627680-9581-44A8-A355-DE20D011879F}" dt="2026-07-16T02:00:08.991" v="5434" actId="404"/>
          <ac:spMkLst>
            <pc:docMk/>
            <pc:sldMk cId="1924138140" sldId="274"/>
            <ac:spMk id="3" creationId="{50AC5D3A-C502-85D9-B76C-39D4CB3E1FC5}"/>
          </ac:spMkLst>
        </pc:spChg>
        <pc:spChg chg="mod">
          <ac:chgData name="豊 小谷" userId="3605ec3106b20ed8" providerId="LiveId" clId="{05627680-9581-44A8-A355-DE20D011879F}" dt="2026-07-15T23:52:06.769" v="2756"/>
          <ac:spMkLst>
            <pc:docMk/>
            <pc:sldMk cId="1924138140" sldId="274"/>
            <ac:spMk id="4" creationId="{F9C12552-84B9-CCC4-18C0-7136DA9672BD}"/>
          </ac:spMkLst>
        </pc:spChg>
        <pc:spChg chg="mod">
          <ac:chgData name="豊 小谷" userId="3605ec3106b20ed8" providerId="LiveId" clId="{05627680-9581-44A8-A355-DE20D011879F}" dt="2026-07-15T23:51:51.344" v="2752"/>
          <ac:spMkLst>
            <pc:docMk/>
            <pc:sldMk cId="1924138140" sldId="274"/>
            <ac:spMk id="8" creationId="{DC06C2FA-41AF-006F-37E1-F8A6437AB1C1}"/>
          </ac:spMkLst>
        </pc:spChg>
        <pc:spChg chg="add mod">
          <ac:chgData name="豊 小谷" userId="3605ec3106b20ed8" providerId="LiveId" clId="{05627680-9581-44A8-A355-DE20D011879F}" dt="2026-07-16T01:55:28.411" v="5302" actId="21"/>
          <ac:spMkLst>
            <pc:docMk/>
            <pc:sldMk cId="1924138140" sldId="274"/>
            <ac:spMk id="10" creationId="{DB09BC5A-706E-2820-4091-0201977775EC}"/>
          </ac:spMkLst>
        </pc:spChg>
        <pc:grpChg chg="add mod">
          <ac:chgData name="豊 小谷" userId="3605ec3106b20ed8" providerId="LiveId" clId="{05627680-9581-44A8-A355-DE20D011879F}" dt="2026-07-15T23:51:59.835" v="2755" actId="1076"/>
          <ac:grpSpMkLst>
            <pc:docMk/>
            <pc:sldMk cId="1924138140" sldId="274"/>
            <ac:grpSpMk id="6" creationId="{93CCDE89-6AD1-732D-D104-5E2972E6D418}"/>
          </ac:grpSpMkLst>
        </pc:grpChg>
        <pc:graphicFrameChg chg="add mod modGraphic">
          <ac:chgData name="豊 小谷" userId="3605ec3106b20ed8" providerId="LiveId" clId="{05627680-9581-44A8-A355-DE20D011879F}" dt="2026-07-16T06:57:11.100" v="8363" actId="20577"/>
          <ac:graphicFrameMkLst>
            <pc:docMk/>
            <pc:sldMk cId="1924138140" sldId="274"/>
            <ac:graphicFrameMk id="11" creationId="{49DC995F-8A0F-F7A0-7885-A9B1DB4E92DB}"/>
          </ac:graphicFrameMkLst>
        </pc:graphicFrameChg>
        <pc:picChg chg="mod">
          <ac:chgData name="豊 小谷" userId="3605ec3106b20ed8" providerId="LiveId" clId="{05627680-9581-44A8-A355-DE20D011879F}" dt="2026-07-15T23:51:51.344" v="2752"/>
          <ac:picMkLst>
            <pc:docMk/>
            <pc:sldMk cId="1924138140" sldId="274"/>
            <ac:picMk id="7" creationId="{9D1FA4EE-FEEF-FE4B-C5CA-C3EAA6A35AA2}"/>
          </ac:picMkLst>
        </pc:picChg>
      </pc:sldChg>
      <pc:sldChg chg="addSp delSp modSp new mod">
        <pc:chgData name="豊 小谷" userId="3605ec3106b20ed8" providerId="LiveId" clId="{05627680-9581-44A8-A355-DE20D011879F}" dt="2026-07-16T00:45:20.221" v="3568" actId="11"/>
        <pc:sldMkLst>
          <pc:docMk/>
          <pc:sldMk cId="216252868" sldId="275"/>
        </pc:sldMkLst>
        <pc:spChg chg="mod">
          <ac:chgData name="豊 小谷" userId="3605ec3106b20ed8" providerId="LiveId" clId="{05627680-9581-44A8-A355-DE20D011879F}" dt="2026-07-16T00:44:17.632" v="3558" actId="1076"/>
          <ac:spMkLst>
            <pc:docMk/>
            <pc:sldMk cId="216252868" sldId="275"/>
            <ac:spMk id="2" creationId="{5DE803DC-4891-E615-F823-E8C8092C5C71}"/>
          </ac:spMkLst>
        </pc:spChg>
        <pc:spChg chg="mod">
          <ac:chgData name="豊 小谷" userId="3605ec3106b20ed8" providerId="LiveId" clId="{05627680-9581-44A8-A355-DE20D011879F}" dt="2026-07-16T00:45:20.221" v="3568" actId="11"/>
          <ac:spMkLst>
            <pc:docMk/>
            <pc:sldMk cId="216252868" sldId="275"/>
            <ac:spMk id="3" creationId="{DDDE4FFB-9D74-423A-D74E-F580E8CE33BA}"/>
          </ac:spMkLst>
        </pc:spChg>
        <pc:spChg chg="mod">
          <ac:chgData name="豊 小谷" userId="3605ec3106b20ed8" providerId="LiveId" clId="{05627680-9581-44A8-A355-DE20D011879F}" dt="2026-07-16T00:30:27.838" v="3549" actId="20577"/>
          <ac:spMkLst>
            <pc:docMk/>
            <pc:sldMk cId="216252868" sldId="275"/>
            <ac:spMk id="4" creationId="{43DE35AB-A992-9DD5-5B02-8B461AA3A0BA}"/>
          </ac:spMkLst>
        </pc:spChg>
        <pc:spChg chg="add mod">
          <ac:chgData name="豊 小谷" userId="3605ec3106b20ed8" providerId="LiveId" clId="{05627680-9581-44A8-A355-DE20D011879F}" dt="2026-07-16T00:44:25.312" v="3559" actId="1076"/>
          <ac:spMkLst>
            <pc:docMk/>
            <pc:sldMk cId="216252868" sldId="275"/>
            <ac:spMk id="10" creationId="{C3D7B18C-CD06-90B3-59F0-BF939A322973}"/>
          </ac:spMkLst>
        </pc:spChg>
        <pc:spChg chg="add mod">
          <ac:chgData name="豊 小谷" userId="3605ec3106b20ed8" providerId="LiveId" clId="{05627680-9581-44A8-A355-DE20D011879F}" dt="2026-07-16T00:44:42.092" v="3562" actId="1076"/>
          <ac:spMkLst>
            <pc:docMk/>
            <pc:sldMk cId="216252868" sldId="275"/>
            <ac:spMk id="15" creationId="{3789D132-1B47-E9F0-1A5E-AF4096227C47}"/>
          </ac:spMkLst>
        </pc:spChg>
        <pc:spChg chg="add mod">
          <ac:chgData name="豊 小谷" userId="3605ec3106b20ed8" providerId="LiveId" clId="{05627680-9581-44A8-A355-DE20D011879F}" dt="2026-07-16T00:45:03.900" v="3567" actId="14100"/>
          <ac:spMkLst>
            <pc:docMk/>
            <pc:sldMk cId="216252868" sldId="275"/>
            <ac:spMk id="16" creationId="{FCBF1FB3-E2B7-9A1F-7043-FEB3DBF2FA0D}"/>
          </ac:spMkLst>
        </pc:spChg>
        <pc:spChg chg="add mod">
          <ac:chgData name="豊 小谷" userId="3605ec3106b20ed8" providerId="LiveId" clId="{05627680-9581-44A8-A355-DE20D011879F}" dt="2026-07-16T00:44:59.839" v="3565" actId="14100"/>
          <ac:spMkLst>
            <pc:docMk/>
            <pc:sldMk cId="216252868" sldId="275"/>
            <ac:spMk id="17" creationId="{4A462F47-3960-5E03-A0E3-41BA8802B233}"/>
          </ac:spMkLst>
        </pc:spChg>
        <pc:picChg chg="add mod">
          <ac:chgData name="豊 小谷" userId="3605ec3106b20ed8" providerId="LiveId" clId="{05627680-9581-44A8-A355-DE20D011879F}" dt="2026-07-16T00:44:02.406" v="3556" actId="1076"/>
          <ac:picMkLst>
            <pc:docMk/>
            <pc:sldMk cId="216252868" sldId="275"/>
            <ac:picMk id="7" creationId="{CCB3F678-3F32-B331-70C7-E87E2548FF3D}"/>
          </ac:picMkLst>
        </pc:picChg>
        <pc:picChg chg="add mod">
          <ac:chgData name="豊 小谷" userId="3605ec3106b20ed8" providerId="LiveId" clId="{05627680-9581-44A8-A355-DE20D011879F}" dt="2026-07-16T00:44:12.865" v="3557" actId="408"/>
          <ac:picMkLst>
            <pc:docMk/>
            <pc:sldMk cId="216252868" sldId="275"/>
            <ac:picMk id="9" creationId="{2B07A659-00BE-B009-17AF-2DD8690730D2}"/>
          </ac:picMkLst>
        </pc:picChg>
        <pc:picChg chg="add mod">
          <ac:chgData name="豊 小谷" userId="3605ec3106b20ed8" providerId="LiveId" clId="{05627680-9581-44A8-A355-DE20D011879F}" dt="2026-07-16T00:03:46.078" v="3227" actId="12789"/>
          <ac:picMkLst>
            <pc:docMk/>
            <pc:sldMk cId="216252868" sldId="275"/>
            <ac:picMk id="12" creationId="{BF126C45-46A1-E0D8-4C19-D222E3D34249}"/>
          </ac:picMkLst>
        </pc:picChg>
        <pc:picChg chg="add mod">
          <ac:chgData name="豊 小谷" userId="3605ec3106b20ed8" providerId="LiveId" clId="{05627680-9581-44A8-A355-DE20D011879F}" dt="2026-07-16T00:08:06.140" v="3318" actId="1076"/>
          <ac:picMkLst>
            <pc:docMk/>
            <pc:sldMk cId="216252868" sldId="275"/>
            <ac:picMk id="14" creationId="{146E2978-012A-8001-D973-CB0D64E638FB}"/>
          </ac:picMkLst>
        </pc:picChg>
        <pc:picChg chg="add del mod">
          <ac:chgData name="豊 小谷" userId="3605ec3106b20ed8" providerId="LiveId" clId="{05627680-9581-44A8-A355-DE20D011879F}" dt="2026-07-16T00:12:14.589" v="3401" actId="478"/>
          <ac:picMkLst>
            <pc:docMk/>
            <pc:sldMk cId="216252868" sldId="275"/>
            <ac:picMk id="19" creationId="{4AE9C222-8D3C-74F8-9E5D-193EA2008F4D}"/>
          </ac:picMkLst>
        </pc:picChg>
        <pc:picChg chg="add mod">
          <ac:chgData name="豊 小谷" userId="3605ec3106b20ed8" providerId="LiveId" clId="{05627680-9581-44A8-A355-DE20D011879F}" dt="2026-07-16T00:44:50.463" v="3563" actId="408"/>
          <ac:picMkLst>
            <pc:docMk/>
            <pc:sldMk cId="216252868" sldId="275"/>
            <ac:picMk id="21" creationId="{EF55903A-CEEB-87F7-1374-9BF683F0C6A1}"/>
          </ac:picMkLst>
        </pc:picChg>
        <pc:picChg chg="add mod">
          <ac:chgData name="豊 小谷" userId="3605ec3106b20ed8" providerId="LiveId" clId="{05627680-9581-44A8-A355-DE20D011879F}" dt="2026-07-16T00:43:56.597" v="3555" actId="1076"/>
          <ac:picMkLst>
            <pc:docMk/>
            <pc:sldMk cId="216252868" sldId="275"/>
            <ac:picMk id="23" creationId="{FD76B968-AD79-B236-9F84-DFA79F013A2E}"/>
          </ac:picMkLst>
        </pc:picChg>
      </pc:sldChg>
      <pc:sldChg chg="addSp delSp modSp new mod ord">
        <pc:chgData name="豊 小谷" userId="3605ec3106b20ed8" providerId="LiveId" clId="{05627680-9581-44A8-A355-DE20D011879F}" dt="2026-07-16T06:23:12.721" v="8036" actId="207"/>
        <pc:sldMkLst>
          <pc:docMk/>
          <pc:sldMk cId="1588908438" sldId="276"/>
        </pc:sldMkLst>
        <pc:spChg chg="mod">
          <ac:chgData name="豊 小谷" userId="3605ec3106b20ed8" providerId="LiveId" clId="{05627680-9581-44A8-A355-DE20D011879F}" dt="2026-07-16T05:24:06.864" v="7094" actId="20577"/>
          <ac:spMkLst>
            <pc:docMk/>
            <pc:sldMk cId="1588908438" sldId="276"/>
            <ac:spMk id="2" creationId="{5D260B87-8317-AAC7-DE4C-29162F26A95E}"/>
          </ac:spMkLst>
        </pc:spChg>
        <pc:spChg chg="del">
          <ac:chgData name="豊 小谷" userId="3605ec3106b20ed8" providerId="LiveId" clId="{05627680-9581-44A8-A355-DE20D011879F}" dt="2026-07-16T01:13:44.370" v="4094" actId="478"/>
          <ac:spMkLst>
            <pc:docMk/>
            <pc:sldMk cId="1588908438" sldId="276"/>
            <ac:spMk id="3" creationId="{15E9D610-42C3-BA30-EC18-896A0A33245A}"/>
          </ac:spMkLst>
        </pc:spChg>
        <pc:spChg chg="mod">
          <ac:chgData name="豊 小谷" userId="3605ec3106b20ed8" providerId="LiveId" clId="{05627680-9581-44A8-A355-DE20D011879F}" dt="2026-07-16T01:08:40.216" v="3999" actId="20577"/>
          <ac:spMkLst>
            <pc:docMk/>
            <pc:sldMk cId="1588908438" sldId="276"/>
            <ac:spMk id="4" creationId="{ACA1FAFD-1A2A-DC4D-D8A7-1A7804AE5933}"/>
          </ac:spMkLst>
        </pc:spChg>
        <pc:spChg chg="add mod topLvl">
          <ac:chgData name="豊 小谷" userId="3605ec3106b20ed8" providerId="LiveId" clId="{05627680-9581-44A8-A355-DE20D011879F}" dt="2026-07-16T01:17:41.033" v="4181" actId="164"/>
          <ac:spMkLst>
            <pc:docMk/>
            <pc:sldMk cId="1588908438" sldId="276"/>
            <ac:spMk id="8" creationId="{DB42256E-8B7B-1C0F-A64B-8BAA337D2D4E}"/>
          </ac:spMkLst>
        </pc:spChg>
        <pc:spChg chg="add mod topLvl">
          <ac:chgData name="豊 小谷" userId="3605ec3106b20ed8" providerId="LiveId" clId="{05627680-9581-44A8-A355-DE20D011879F}" dt="2026-07-16T01:17:41.033" v="4181" actId="164"/>
          <ac:spMkLst>
            <pc:docMk/>
            <pc:sldMk cId="1588908438" sldId="276"/>
            <ac:spMk id="9" creationId="{F074F465-D437-2C83-2E28-E5DA5F189CD8}"/>
          </ac:spMkLst>
        </pc:spChg>
        <pc:spChg chg="add mod topLvl">
          <ac:chgData name="豊 小谷" userId="3605ec3106b20ed8" providerId="LiveId" clId="{05627680-9581-44A8-A355-DE20D011879F}" dt="2026-07-16T01:36:29.969" v="4937" actId="404"/>
          <ac:spMkLst>
            <pc:docMk/>
            <pc:sldMk cId="1588908438" sldId="276"/>
            <ac:spMk id="17" creationId="{90A4D3B3-9789-5908-199E-8919CC006D14}"/>
          </ac:spMkLst>
        </pc:spChg>
        <pc:spChg chg="add mod topLvl">
          <ac:chgData name="豊 小谷" userId="3605ec3106b20ed8" providerId="LiveId" clId="{05627680-9581-44A8-A355-DE20D011879F}" dt="2026-07-16T01:36:33.972" v="4938" actId="404"/>
          <ac:spMkLst>
            <pc:docMk/>
            <pc:sldMk cId="1588908438" sldId="276"/>
            <ac:spMk id="18" creationId="{07600D77-A566-051A-36D4-FCD33B5DCC1D}"/>
          </ac:spMkLst>
        </pc:spChg>
        <pc:spChg chg="add mod topLvl">
          <ac:chgData name="豊 小谷" userId="3605ec3106b20ed8" providerId="LiveId" clId="{05627680-9581-44A8-A355-DE20D011879F}" dt="2026-07-16T01:36:06.179" v="4934" actId="20577"/>
          <ac:spMkLst>
            <pc:docMk/>
            <pc:sldMk cId="1588908438" sldId="276"/>
            <ac:spMk id="19" creationId="{0F44F2D8-637B-0E7D-87F4-ED5DE5E25B28}"/>
          </ac:spMkLst>
        </pc:spChg>
        <pc:spChg chg="add mod ord">
          <ac:chgData name="豊 小谷" userId="3605ec3106b20ed8" providerId="LiveId" clId="{05627680-9581-44A8-A355-DE20D011879F}" dt="2026-07-16T01:17:41.033" v="4181" actId="164"/>
          <ac:spMkLst>
            <pc:docMk/>
            <pc:sldMk cId="1588908438" sldId="276"/>
            <ac:spMk id="22" creationId="{1005F3D6-C55B-582C-9CCF-631F0900BE21}"/>
          </ac:spMkLst>
        </pc:spChg>
        <pc:spChg chg="add del mod">
          <ac:chgData name="豊 小谷" userId="3605ec3106b20ed8" providerId="LiveId" clId="{05627680-9581-44A8-A355-DE20D011879F}" dt="2026-07-16T05:09:27.368" v="6765" actId="478"/>
          <ac:spMkLst>
            <pc:docMk/>
            <pc:sldMk cId="1588908438" sldId="276"/>
            <ac:spMk id="25" creationId="{6BC8189B-E134-D401-22E9-65C700BA8550}"/>
          </ac:spMkLst>
        </pc:spChg>
        <pc:spChg chg="add del mod">
          <ac:chgData name="豊 小谷" userId="3605ec3106b20ed8" providerId="LiveId" clId="{05627680-9581-44A8-A355-DE20D011879F}" dt="2026-07-16T05:09:17.831" v="6764" actId="478"/>
          <ac:spMkLst>
            <pc:docMk/>
            <pc:sldMk cId="1588908438" sldId="276"/>
            <ac:spMk id="28" creationId="{ACF6DECA-7D40-EB91-84B0-97E3760FE40F}"/>
          </ac:spMkLst>
        </pc:spChg>
        <pc:spChg chg="add mod">
          <ac:chgData name="豊 小谷" userId="3605ec3106b20ed8" providerId="LiveId" clId="{05627680-9581-44A8-A355-DE20D011879F}" dt="2026-07-16T05:11:10.504" v="6843" actId="20577"/>
          <ac:spMkLst>
            <pc:docMk/>
            <pc:sldMk cId="1588908438" sldId="276"/>
            <ac:spMk id="30" creationId="{1446C581-1120-6EDB-4DEB-CCE6EE3DDDF4}"/>
          </ac:spMkLst>
        </pc:spChg>
        <pc:spChg chg="add mod">
          <ac:chgData name="豊 小谷" userId="3605ec3106b20ed8" providerId="LiveId" clId="{05627680-9581-44A8-A355-DE20D011879F}" dt="2026-07-16T06:23:12.721" v="8036" actId="207"/>
          <ac:spMkLst>
            <pc:docMk/>
            <pc:sldMk cId="1588908438" sldId="276"/>
            <ac:spMk id="32" creationId="{40A91B0B-18F8-7F52-ADFC-B4CF79F0FCF9}"/>
          </ac:spMkLst>
        </pc:spChg>
        <pc:spChg chg="add del">
          <ac:chgData name="豊 小谷" userId="3605ec3106b20ed8" providerId="LiveId" clId="{05627680-9581-44A8-A355-DE20D011879F}" dt="2026-07-16T05:31:55.255" v="7142" actId="22"/>
          <ac:spMkLst>
            <pc:docMk/>
            <pc:sldMk cId="1588908438" sldId="276"/>
            <ac:spMk id="34" creationId="{EA257B20-5458-9AD5-2D7F-CAA7B2433699}"/>
          </ac:spMkLst>
        </pc:spChg>
        <pc:grpChg chg="add del mod">
          <ac:chgData name="豊 小谷" userId="3605ec3106b20ed8" providerId="LiveId" clId="{05627680-9581-44A8-A355-DE20D011879F}" dt="2026-07-16T01:17:14.384" v="4176" actId="165"/>
          <ac:grpSpMkLst>
            <pc:docMk/>
            <pc:sldMk cId="1588908438" sldId="276"/>
            <ac:grpSpMk id="21" creationId="{EABDC3E4-F118-C549-F685-1F4CCEB54A54}"/>
          </ac:grpSpMkLst>
        </pc:grpChg>
        <pc:grpChg chg="add del mod">
          <ac:chgData name="豊 小谷" userId="3605ec3106b20ed8" providerId="LiveId" clId="{05627680-9581-44A8-A355-DE20D011879F}" dt="2026-07-16T04:55:47.274" v="6284" actId="478"/>
          <ac:grpSpMkLst>
            <pc:docMk/>
            <pc:sldMk cId="1588908438" sldId="276"/>
            <ac:grpSpMk id="24" creationId="{8C3EBE29-CB64-CBF0-7D17-D2521BC60CB0}"/>
          </ac:grpSpMkLst>
        </pc:grpChg>
        <pc:graphicFrameChg chg="add mod modGraphic">
          <ac:chgData name="豊 小谷" userId="3605ec3106b20ed8" providerId="LiveId" clId="{05627680-9581-44A8-A355-DE20D011879F}" dt="2026-07-16T05:28:36.133" v="7138" actId="207"/>
          <ac:graphicFrameMkLst>
            <pc:docMk/>
            <pc:sldMk cId="1588908438" sldId="276"/>
            <ac:graphicFrameMk id="27" creationId="{3BB5842B-4648-8F02-1A33-548724BB143B}"/>
          </ac:graphicFrameMkLst>
        </pc:graphicFrameChg>
        <pc:picChg chg="add del mod">
          <ac:chgData name="豊 小谷" userId="3605ec3106b20ed8" providerId="LiveId" clId="{05627680-9581-44A8-A355-DE20D011879F}" dt="2026-07-16T01:07:48.945" v="3987" actId="478"/>
          <ac:picMkLst>
            <pc:docMk/>
            <pc:sldMk cId="1588908438" sldId="276"/>
            <ac:picMk id="7" creationId="{5B75E2A0-A204-0211-DD69-2C2607FAC644}"/>
          </ac:picMkLst>
        </pc:picChg>
        <pc:picChg chg="add">
          <ac:chgData name="豊 小谷" userId="3605ec3106b20ed8" providerId="LiveId" clId="{05627680-9581-44A8-A355-DE20D011879F}" dt="2026-07-16T04:43:54.105" v="6216"/>
          <ac:picMkLst>
            <pc:docMk/>
            <pc:sldMk cId="1588908438" sldId="276"/>
            <ac:picMk id="26" creationId="{B463E775-7CF0-8C1E-1B4B-7413E37231E9}"/>
          </ac:picMkLst>
        </pc:picChg>
        <pc:cxnChg chg="add del mod">
          <ac:chgData name="豊 小谷" userId="3605ec3106b20ed8" providerId="LiveId" clId="{05627680-9581-44A8-A355-DE20D011879F}" dt="2026-07-16T01:13:38.218" v="4093" actId="478"/>
          <ac:cxnSpMkLst>
            <pc:docMk/>
            <pc:sldMk cId="1588908438" sldId="276"/>
            <ac:cxnSpMk id="11" creationId="{30A85CA8-A686-DA3F-E674-D855320544CB}"/>
          </ac:cxnSpMkLst>
        </pc:cxnChg>
        <pc:cxnChg chg="add mod topLvl">
          <ac:chgData name="豊 小谷" userId="3605ec3106b20ed8" providerId="LiveId" clId="{05627680-9581-44A8-A355-DE20D011879F}" dt="2026-07-16T01:17:41.033" v="4181" actId="164"/>
          <ac:cxnSpMkLst>
            <pc:docMk/>
            <pc:sldMk cId="1588908438" sldId="276"/>
            <ac:cxnSpMk id="12" creationId="{DEA459F6-A015-B79B-D71B-B2462D4D7EBE}"/>
          </ac:cxnSpMkLst>
        </pc:cxnChg>
      </pc:sldChg>
      <pc:sldChg chg="new del">
        <pc:chgData name="豊 小谷" userId="3605ec3106b20ed8" providerId="LiveId" clId="{05627680-9581-44A8-A355-DE20D011879F}" dt="2026-07-16T05:45:10.672" v="7337" actId="47"/>
        <pc:sldMkLst>
          <pc:docMk/>
          <pc:sldMk cId="1630547770" sldId="277"/>
        </pc:sldMkLst>
      </pc:sldChg>
      <pc:sldChg chg="modSp add del mod">
        <pc:chgData name="豊 小谷" userId="3605ec3106b20ed8" providerId="LiveId" clId="{05627680-9581-44A8-A355-DE20D011879F}" dt="2026-07-16T05:45:10.672" v="7337" actId="47"/>
        <pc:sldMkLst>
          <pc:docMk/>
          <pc:sldMk cId="3614986096" sldId="278"/>
        </pc:sldMkLst>
        <pc:spChg chg="mod">
          <ac:chgData name="豊 小谷" userId="3605ec3106b20ed8" providerId="LiveId" clId="{05627680-9581-44A8-A355-DE20D011879F}" dt="2026-07-16T04:14:07.741" v="5621" actId="20577"/>
          <ac:spMkLst>
            <pc:docMk/>
            <pc:sldMk cId="3614986096" sldId="278"/>
            <ac:spMk id="4" creationId="{BC7FF944-EE77-1AE6-CE71-ABFDD64927C2}"/>
          </ac:spMkLst>
        </pc:spChg>
      </pc:sldChg>
      <pc:sldChg chg="addSp delSp modSp new del mod">
        <pc:chgData name="豊 小谷" userId="3605ec3106b20ed8" providerId="LiveId" clId="{05627680-9581-44A8-A355-DE20D011879F}" dt="2026-07-16T04:27:05.171" v="5693" actId="2696"/>
        <pc:sldMkLst>
          <pc:docMk/>
          <pc:sldMk cId="4111545802" sldId="279"/>
        </pc:sldMkLst>
        <pc:spChg chg="del mod">
          <ac:chgData name="豊 小谷" userId="3605ec3106b20ed8" providerId="LiveId" clId="{05627680-9581-44A8-A355-DE20D011879F}" dt="2026-07-16T04:19:42.780" v="5637" actId="478"/>
          <ac:spMkLst>
            <pc:docMk/>
            <pc:sldMk cId="4111545802" sldId="279"/>
            <ac:spMk id="2" creationId="{B1B24803-74AB-22D5-7DAE-5231E369BE61}"/>
          </ac:spMkLst>
        </pc:spChg>
        <pc:spChg chg="mod">
          <ac:chgData name="豊 小谷" userId="3605ec3106b20ed8" providerId="LiveId" clId="{05627680-9581-44A8-A355-DE20D011879F}" dt="2026-07-16T04:18:58.744" v="5636" actId="20577"/>
          <ac:spMkLst>
            <pc:docMk/>
            <pc:sldMk cId="4111545802" sldId="279"/>
            <ac:spMk id="3" creationId="{C8EE5FD4-273A-9658-BD94-97FD28646479}"/>
          </ac:spMkLst>
        </pc:spChg>
        <pc:spChg chg="mod">
          <ac:chgData name="豊 小谷" userId="3605ec3106b20ed8" providerId="LiveId" clId="{05627680-9581-44A8-A355-DE20D011879F}" dt="2026-07-16T04:14:50.555" v="5623"/>
          <ac:spMkLst>
            <pc:docMk/>
            <pc:sldMk cId="4111545802" sldId="279"/>
            <ac:spMk id="4" creationId="{5B1FF3C0-140E-CA82-5816-135B22B228D6}"/>
          </ac:spMkLst>
        </pc:spChg>
        <pc:spChg chg="add mod">
          <ac:chgData name="豊 小谷" userId="3605ec3106b20ed8" providerId="LiveId" clId="{05627680-9581-44A8-A355-DE20D011879F}" dt="2026-07-16T04:19:42.780" v="5637" actId="478"/>
          <ac:spMkLst>
            <pc:docMk/>
            <pc:sldMk cId="4111545802" sldId="279"/>
            <ac:spMk id="7" creationId="{EBFA18A5-CD98-5B41-B687-FAFEFD2C3D91}"/>
          </ac:spMkLst>
        </pc:spChg>
        <pc:picChg chg="add del mod">
          <ac:chgData name="豊 小谷" userId="3605ec3106b20ed8" providerId="LiveId" clId="{05627680-9581-44A8-A355-DE20D011879F}" dt="2026-07-16T04:20:51.439" v="5652" actId="478"/>
          <ac:picMkLst>
            <pc:docMk/>
            <pc:sldMk cId="4111545802" sldId="279"/>
            <ac:picMk id="9" creationId="{1E19ACA1-35A4-5866-2416-0ADD98DBC5FA}"/>
          </ac:picMkLst>
        </pc:picChg>
        <pc:picChg chg="add del mod">
          <ac:chgData name="豊 小谷" userId="3605ec3106b20ed8" providerId="LiveId" clId="{05627680-9581-44A8-A355-DE20D011879F}" dt="2026-07-16T04:20:28.276" v="5649" actId="478"/>
          <ac:picMkLst>
            <pc:docMk/>
            <pc:sldMk cId="4111545802" sldId="279"/>
            <ac:picMk id="11" creationId="{63044044-E3EE-A41E-D87E-C3F73BB81FDA}"/>
          </ac:picMkLst>
        </pc:picChg>
        <pc:picChg chg="add mod">
          <ac:chgData name="豊 小谷" userId="3605ec3106b20ed8" providerId="LiveId" clId="{05627680-9581-44A8-A355-DE20D011879F}" dt="2026-07-16T04:23:12.655" v="5668" actId="14100"/>
          <ac:picMkLst>
            <pc:docMk/>
            <pc:sldMk cId="4111545802" sldId="279"/>
            <ac:picMk id="13" creationId="{26E2D253-D459-2520-D035-B3CACCFBC4BE}"/>
          </ac:picMkLst>
        </pc:picChg>
        <pc:picChg chg="add mod">
          <ac:chgData name="豊 小谷" userId="3605ec3106b20ed8" providerId="LiveId" clId="{05627680-9581-44A8-A355-DE20D011879F}" dt="2026-07-16T04:23:20.276" v="5671" actId="1076"/>
          <ac:picMkLst>
            <pc:docMk/>
            <pc:sldMk cId="4111545802" sldId="279"/>
            <ac:picMk id="15" creationId="{283B04F5-B5F5-A9B7-48F9-89B50BC7A557}"/>
          </ac:picMkLst>
        </pc:picChg>
        <pc:picChg chg="add mod">
          <ac:chgData name="豊 小谷" userId="3605ec3106b20ed8" providerId="LiveId" clId="{05627680-9581-44A8-A355-DE20D011879F}" dt="2026-07-16T04:23:24.784" v="5673" actId="14100"/>
          <ac:picMkLst>
            <pc:docMk/>
            <pc:sldMk cId="4111545802" sldId="279"/>
            <ac:picMk id="17" creationId="{D8B5AEC6-AEE2-767F-E7D0-92FBCAB15B6E}"/>
          </ac:picMkLst>
        </pc:picChg>
      </pc:sldChg>
      <pc:sldChg chg="addSp delSp modSp new del mod ord">
        <pc:chgData name="豊 小谷" userId="3605ec3106b20ed8" providerId="LiveId" clId="{05627680-9581-44A8-A355-DE20D011879F}" dt="2026-07-16T05:44:00.968" v="7336" actId="47"/>
        <pc:sldMkLst>
          <pc:docMk/>
          <pc:sldMk cId="3906453409" sldId="280"/>
        </pc:sldMkLst>
        <pc:spChg chg="add del mod">
          <ac:chgData name="豊 小谷" userId="3605ec3106b20ed8" providerId="LiveId" clId="{05627680-9581-44A8-A355-DE20D011879F}" dt="2026-07-16T04:24:25.826" v="5687" actId="6549"/>
          <ac:spMkLst>
            <pc:docMk/>
            <pc:sldMk cId="3906453409" sldId="280"/>
            <ac:spMk id="2" creationId="{7F539E12-DC35-A568-77CD-F21D3ACD20F4}"/>
          </ac:spMkLst>
        </pc:spChg>
        <pc:spChg chg="mod">
          <ac:chgData name="豊 小谷" userId="3605ec3106b20ed8" providerId="LiveId" clId="{05627680-9581-44A8-A355-DE20D011879F}" dt="2026-07-16T04:23:51.222" v="5675"/>
          <ac:spMkLst>
            <pc:docMk/>
            <pc:sldMk cId="3906453409" sldId="280"/>
            <ac:spMk id="3" creationId="{8603D28F-0036-19AD-4F00-87009CE954DC}"/>
          </ac:spMkLst>
        </pc:spChg>
        <pc:picChg chg="add del mod ord">
          <ac:chgData name="豊 小谷" userId="3605ec3106b20ed8" providerId="LiveId" clId="{05627680-9581-44A8-A355-DE20D011879F}" dt="2026-07-16T04:24:13.110" v="5681" actId="22"/>
          <ac:picMkLst>
            <pc:docMk/>
            <pc:sldMk cId="3906453409" sldId="280"/>
            <ac:picMk id="6" creationId="{71CE2409-3581-B9B9-48AC-3B6A97B046E2}"/>
          </ac:picMkLst>
        </pc:picChg>
        <pc:picChg chg="add del mod ord">
          <ac:chgData name="豊 小谷" userId="3605ec3106b20ed8" providerId="LiveId" clId="{05627680-9581-44A8-A355-DE20D011879F}" dt="2026-07-16T04:24:16.233" v="5683" actId="22"/>
          <ac:picMkLst>
            <pc:docMk/>
            <pc:sldMk cId="3906453409" sldId="280"/>
            <ac:picMk id="8" creationId="{022F6F3E-76A1-AFBA-D665-2D96D12563B0}"/>
          </ac:picMkLst>
        </pc:picChg>
        <pc:picChg chg="add mod">
          <ac:chgData name="豊 小谷" userId="3605ec3106b20ed8" providerId="LiveId" clId="{05627680-9581-44A8-A355-DE20D011879F}" dt="2026-07-16T04:24:32.273" v="5689" actId="14100"/>
          <ac:picMkLst>
            <pc:docMk/>
            <pc:sldMk cId="3906453409" sldId="280"/>
            <ac:picMk id="10" creationId="{A0342816-3CE3-6CB8-4BC4-31D3B5F03840}"/>
          </ac:picMkLst>
        </pc:picChg>
      </pc:sldChg>
      <pc:sldChg chg="addSp delSp modSp new del mod ord">
        <pc:chgData name="豊 小谷" userId="3605ec3106b20ed8" providerId="LiveId" clId="{05627680-9581-44A8-A355-DE20D011879F}" dt="2026-07-16T05:45:10.672" v="7337" actId="47"/>
        <pc:sldMkLst>
          <pc:docMk/>
          <pc:sldMk cId="3259213832" sldId="281"/>
        </pc:sldMkLst>
        <pc:spChg chg="del">
          <ac:chgData name="豊 小谷" userId="3605ec3106b20ed8" providerId="LiveId" clId="{05627680-9581-44A8-A355-DE20D011879F}" dt="2026-07-16T04:27:43.369" v="5694" actId="22"/>
          <ac:spMkLst>
            <pc:docMk/>
            <pc:sldMk cId="3259213832" sldId="281"/>
            <ac:spMk id="2" creationId="{1B662950-BEF6-AA91-09CB-20DB3F2E7FC4}"/>
          </ac:spMkLst>
        </pc:spChg>
        <pc:spChg chg="mod">
          <ac:chgData name="豊 小谷" userId="3605ec3106b20ed8" providerId="LiveId" clId="{05627680-9581-44A8-A355-DE20D011879F}" dt="2026-07-16T04:29:09.329" v="5764" actId="20577"/>
          <ac:spMkLst>
            <pc:docMk/>
            <pc:sldMk cId="3259213832" sldId="281"/>
            <ac:spMk id="3" creationId="{9303F81C-32AD-94DF-92B3-08F2FBC696C2}"/>
          </ac:spMkLst>
        </pc:spChg>
        <pc:spChg chg="mod">
          <ac:chgData name="豊 小谷" userId="3605ec3106b20ed8" providerId="LiveId" clId="{05627680-9581-44A8-A355-DE20D011879F}" dt="2026-07-16T04:26:13.756" v="5691"/>
          <ac:spMkLst>
            <pc:docMk/>
            <pc:sldMk cId="3259213832" sldId="281"/>
            <ac:spMk id="4" creationId="{29F15AC9-2E10-FDA2-170C-22D16EB7B172}"/>
          </ac:spMkLst>
        </pc:spChg>
        <pc:picChg chg="add mod ord">
          <ac:chgData name="豊 小谷" userId="3605ec3106b20ed8" providerId="LiveId" clId="{05627680-9581-44A8-A355-DE20D011879F}" dt="2026-07-16T04:29:14.948" v="5765" actId="1076"/>
          <ac:picMkLst>
            <pc:docMk/>
            <pc:sldMk cId="3259213832" sldId="281"/>
            <ac:picMk id="7" creationId="{66097EF9-56E1-D7BC-47BE-A5D894AEF1AB}"/>
          </ac:picMkLst>
        </pc:picChg>
      </pc:sldChg>
      <pc:sldChg chg="addSp modSp new del mod">
        <pc:chgData name="豊 小谷" userId="3605ec3106b20ed8" providerId="LiveId" clId="{05627680-9581-44A8-A355-DE20D011879F}" dt="2026-07-16T05:45:10.672" v="7337" actId="47"/>
        <pc:sldMkLst>
          <pc:docMk/>
          <pc:sldMk cId="2156776855" sldId="282"/>
        </pc:sldMkLst>
        <pc:spChg chg="mod">
          <ac:chgData name="豊 小谷" userId="3605ec3106b20ed8" providerId="LiveId" clId="{05627680-9581-44A8-A355-DE20D011879F}" dt="2026-07-16T04:33:06.825" v="6093" actId="20577"/>
          <ac:spMkLst>
            <pc:docMk/>
            <pc:sldMk cId="2156776855" sldId="282"/>
            <ac:spMk id="2" creationId="{785AE222-83EA-CE7A-A01B-6A37601FC2C6}"/>
          </ac:spMkLst>
        </pc:spChg>
        <pc:spChg chg="mod">
          <ac:chgData name="豊 小谷" userId="3605ec3106b20ed8" providerId="LiveId" clId="{05627680-9581-44A8-A355-DE20D011879F}" dt="2026-07-16T04:41:16.204" v="6114" actId="20577"/>
          <ac:spMkLst>
            <pc:docMk/>
            <pc:sldMk cId="2156776855" sldId="282"/>
            <ac:spMk id="3" creationId="{EA0AF4CA-4AAA-E077-639F-842F9C5AFA8E}"/>
          </ac:spMkLst>
        </pc:spChg>
        <pc:spChg chg="mod">
          <ac:chgData name="豊 小谷" userId="3605ec3106b20ed8" providerId="LiveId" clId="{05627680-9581-44A8-A355-DE20D011879F}" dt="2026-07-16T04:29:46.036" v="5772"/>
          <ac:spMkLst>
            <pc:docMk/>
            <pc:sldMk cId="2156776855" sldId="282"/>
            <ac:spMk id="4" creationId="{4342A800-BA3C-A88C-3522-04183238BF31}"/>
          </ac:spMkLst>
        </pc:spChg>
        <pc:picChg chg="add mod">
          <ac:chgData name="豊 小谷" userId="3605ec3106b20ed8" providerId="LiveId" clId="{05627680-9581-44A8-A355-DE20D011879F}" dt="2026-07-16T04:32:47.495" v="6068" actId="1076"/>
          <ac:picMkLst>
            <pc:docMk/>
            <pc:sldMk cId="2156776855" sldId="282"/>
            <ac:picMk id="6" creationId="{929FF902-D16E-69CD-C07C-4797A1A866C2}"/>
          </ac:picMkLst>
        </pc:picChg>
      </pc:sldChg>
      <pc:sldChg chg="add del">
        <pc:chgData name="豊 小谷" userId="3605ec3106b20ed8" providerId="LiveId" clId="{05627680-9581-44A8-A355-DE20D011879F}" dt="2026-07-16T06:12:42.432" v="7908" actId="47"/>
        <pc:sldMkLst>
          <pc:docMk/>
          <pc:sldMk cId="1350238487" sldId="283"/>
        </pc:sldMkLst>
      </pc:sldChg>
      <pc:sldChg chg="addSp modSp add mod ord">
        <pc:chgData name="豊 小谷" userId="3605ec3106b20ed8" providerId="LiveId" clId="{05627680-9581-44A8-A355-DE20D011879F}" dt="2026-07-16T06:19:01.399" v="8033" actId="20577"/>
        <pc:sldMkLst>
          <pc:docMk/>
          <pc:sldMk cId="4209009471" sldId="284"/>
        </pc:sldMkLst>
        <pc:spChg chg="add mod">
          <ac:chgData name="豊 小谷" userId="3605ec3106b20ed8" providerId="LiveId" clId="{05627680-9581-44A8-A355-DE20D011879F}" dt="2026-07-16T06:19:01.399" v="8033" actId="20577"/>
          <ac:spMkLst>
            <pc:docMk/>
            <pc:sldMk cId="4209009471" sldId="284"/>
            <ac:spMk id="5" creationId="{A8246459-2A31-E294-082C-020B458D7D40}"/>
          </ac:spMkLst>
        </pc:spChg>
        <pc:spChg chg="add mod">
          <ac:chgData name="豊 小谷" userId="3605ec3106b20ed8" providerId="LiveId" clId="{05627680-9581-44A8-A355-DE20D011879F}" dt="2026-07-16T06:18:10.178" v="7969" actId="571"/>
          <ac:spMkLst>
            <pc:docMk/>
            <pc:sldMk cId="4209009471" sldId="284"/>
            <ac:spMk id="6" creationId="{AA5A6C5E-D793-3348-6C0F-EA724AEA8588}"/>
          </ac:spMkLst>
        </pc:spChg>
        <pc:spChg chg="add mod">
          <ac:chgData name="豊 小谷" userId="3605ec3106b20ed8" providerId="LiveId" clId="{05627680-9581-44A8-A355-DE20D011879F}" dt="2026-07-16T06:18:10.178" v="7969" actId="571"/>
          <ac:spMkLst>
            <pc:docMk/>
            <pc:sldMk cId="4209009471" sldId="284"/>
            <ac:spMk id="7" creationId="{710D88CA-6453-7C7E-48FD-C00C21B8A613}"/>
          </ac:spMkLst>
        </pc:spChg>
        <pc:spChg chg="add mod">
          <ac:chgData name="豊 小谷" userId="3605ec3106b20ed8" providerId="LiveId" clId="{05627680-9581-44A8-A355-DE20D011879F}" dt="2026-07-16T06:18:10.178" v="7969" actId="571"/>
          <ac:spMkLst>
            <pc:docMk/>
            <pc:sldMk cId="4209009471" sldId="284"/>
            <ac:spMk id="8" creationId="{4FDE0855-1802-9349-EBA9-22A87F43AB72}"/>
          </ac:spMkLst>
        </pc:spChg>
        <pc:spChg chg="add mod">
          <ac:chgData name="豊 小谷" userId="3605ec3106b20ed8" providerId="LiveId" clId="{05627680-9581-44A8-A355-DE20D011879F}" dt="2026-07-16T06:18:10.178" v="7969" actId="571"/>
          <ac:spMkLst>
            <pc:docMk/>
            <pc:sldMk cId="4209009471" sldId="284"/>
            <ac:spMk id="9" creationId="{749B8476-D0CC-2179-2997-8338C7671537}"/>
          </ac:spMkLst>
        </pc:spChg>
        <pc:spChg chg="add mod">
          <ac:chgData name="豊 小谷" userId="3605ec3106b20ed8" providerId="LiveId" clId="{05627680-9581-44A8-A355-DE20D011879F}" dt="2026-07-16T05:48:36.631" v="7461" actId="164"/>
          <ac:spMkLst>
            <pc:docMk/>
            <pc:sldMk cId="4209009471" sldId="284"/>
            <ac:spMk id="11" creationId="{67293EF6-ABE7-1DA5-A1E9-6A626825531C}"/>
          </ac:spMkLst>
        </pc:spChg>
        <pc:spChg chg="add mod">
          <ac:chgData name="豊 小谷" userId="3605ec3106b20ed8" providerId="LiveId" clId="{05627680-9581-44A8-A355-DE20D011879F}" dt="2026-07-16T06:18:48.022" v="8016" actId="20577"/>
          <ac:spMkLst>
            <pc:docMk/>
            <pc:sldMk cId="4209009471" sldId="284"/>
            <ac:spMk id="12" creationId="{7E29611C-0BF1-669F-3B92-478DC5781346}"/>
          </ac:spMkLst>
        </pc:spChg>
        <pc:spChg chg="add mod">
          <ac:chgData name="豊 小谷" userId="3605ec3106b20ed8" providerId="LiveId" clId="{05627680-9581-44A8-A355-DE20D011879F}" dt="2026-07-16T06:18:10.178" v="7969" actId="571"/>
          <ac:spMkLst>
            <pc:docMk/>
            <pc:sldMk cId="4209009471" sldId="284"/>
            <ac:spMk id="14" creationId="{D885B966-C643-E2A2-B7D1-3446C7FB6157}"/>
          </ac:spMkLst>
        </pc:spChg>
        <pc:spChg chg="add mod">
          <ac:chgData name="豊 小谷" userId="3605ec3106b20ed8" providerId="LiveId" clId="{05627680-9581-44A8-A355-DE20D011879F}" dt="2026-07-16T06:17:57.161" v="7963" actId="571"/>
          <ac:spMkLst>
            <pc:docMk/>
            <pc:sldMk cId="4209009471" sldId="284"/>
            <ac:spMk id="15" creationId="{CAC75D61-2AA6-507D-0225-5CD0E36D0680}"/>
          </ac:spMkLst>
        </pc:spChg>
        <pc:spChg chg="add mod">
          <ac:chgData name="豊 小谷" userId="3605ec3106b20ed8" providerId="LiveId" clId="{05627680-9581-44A8-A355-DE20D011879F}" dt="2026-07-16T06:18:10.178" v="7969" actId="571"/>
          <ac:spMkLst>
            <pc:docMk/>
            <pc:sldMk cId="4209009471" sldId="284"/>
            <ac:spMk id="17" creationId="{B06A81ED-204D-E2BD-B43D-D1A9D7F5F597}"/>
          </ac:spMkLst>
        </pc:spChg>
        <pc:spChg chg="add mod">
          <ac:chgData name="豊 小谷" userId="3605ec3106b20ed8" providerId="LiveId" clId="{05627680-9581-44A8-A355-DE20D011879F}" dt="2026-07-16T05:48:36.631" v="7461" actId="164"/>
          <ac:spMkLst>
            <pc:docMk/>
            <pc:sldMk cId="4209009471" sldId="284"/>
            <ac:spMk id="18" creationId="{6DC2ACD5-0EA0-A87A-15CE-A67B44B09E51}"/>
          </ac:spMkLst>
        </pc:spChg>
        <pc:spChg chg="add mod">
          <ac:chgData name="豊 小谷" userId="3605ec3106b20ed8" providerId="LiveId" clId="{05627680-9581-44A8-A355-DE20D011879F}" dt="2026-07-16T06:18:44.747" v="8014" actId="6549"/>
          <ac:spMkLst>
            <pc:docMk/>
            <pc:sldMk cId="4209009471" sldId="284"/>
            <ac:spMk id="20" creationId="{49ED547A-70A3-A25E-BB58-F5753A595A4F}"/>
          </ac:spMkLst>
        </pc:spChg>
        <pc:spChg chg="add mod">
          <ac:chgData name="豊 小谷" userId="3605ec3106b20ed8" providerId="LiveId" clId="{05627680-9581-44A8-A355-DE20D011879F}" dt="2026-07-16T06:18:14.133" v="7970" actId="14100"/>
          <ac:spMkLst>
            <pc:docMk/>
            <pc:sldMk cId="4209009471" sldId="284"/>
            <ac:spMk id="21" creationId="{BDE502EB-0F35-43BC-221C-B5E8907C4F5D}"/>
          </ac:spMkLst>
        </pc:spChg>
        <pc:picChg chg="add mod">
          <ac:chgData name="豊 小谷" userId="3605ec3106b20ed8" providerId="LiveId" clId="{05627680-9581-44A8-A355-DE20D011879F}" dt="2026-07-16T05:45:33.644" v="7339" actId="571"/>
          <ac:picMkLst>
            <pc:docMk/>
            <pc:sldMk cId="4209009471" sldId="284"/>
            <ac:picMk id="13" creationId="{6A3B34A8-B991-CE9A-20C9-8BCD57A82721}"/>
          </ac:picMkLst>
        </pc:picChg>
        <pc:picChg chg="add mod">
          <ac:chgData name="豊 小谷" userId="3605ec3106b20ed8" providerId="LiveId" clId="{05627680-9581-44A8-A355-DE20D011879F}" dt="2026-07-16T05:46:58.991" v="7393" actId="571"/>
          <ac:picMkLst>
            <pc:docMk/>
            <pc:sldMk cId="4209009471" sldId="284"/>
            <ac:picMk id="16" creationId="{660359FF-0DD0-FFE6-5629-3B3B4C103B0D}"/>
          </ac:picMkLst>
        </pc:picChg>
      </pc:sldChg>
      <pc:sldChg chg="addSp delSp modSp new mod ord">
        <pc:chgData name="豊 小谷" userId="3605ec3106b20ed8" providerId="LiveId" clId="{05627680-9581-44A8-A355-DE20D011879F}" dt="2026-07-16T06:04:12.776" v="7897"/>
        <pc:sldMkLst>
          <pc:docMk/>
          <pc:sldMk cId="4085938608" sldId="285"/>
        </pc:sldMkLst>
        <pc:spChg chg="del">
          <ac:chgData name="豊 小谷" userId="3605ec3106b20ed8" providerId="LiveId" clId="{05627680-9581-44A8-A355-DE20D011879F}" dt="2026-07-16T05:32:31.286" v="7148" actId="22"/>
          <ac:spMkLst>
            <pc:docMk/>
            <pc:sldMk cId="4085938608" sldId="285"/>
            <ac:spMk id="2" creationId="{298310CB-5800-2642-5D97-5A98D68F30ED}"/>
          </ac:spMkLst>
        </pc:spChg>
        <pc:spChg chg="mod">
          <ac:chgData name="豊 小谷" userId="3605ec3106b20ed8" providerId="LiveId" clId="{05627680-9581-44A8-A355-DE20D011879F}" dt="2026-07-16T06:03:31.194" v="7892" actId="15"/>
          <ac:spMkLst>
            <pc:docMk/>
            <pc:sldMk cId="4085938608" sldId="285"/>
            <ac:spMk id="3" creationId="{A513E732-238A-F6E4-E919-BE0760850164}"/>
          </ac:spMkLst>
        </pc:spChg>
        <pc:spChg chg="mod">
          <ac:chgData name="豊 小谷" userId="3605ec3106b20ed8" providerId="LiveId" clId="{05627680-9581-44A8-A355-DE20D011879F}" dt="2026-07-16T06:00:30.893" v="7687" actId="20577"/>
          <ac:spMkLst>
            <pc:docMk/>
            <pc:sldMk cId="4085938608" sldId="285"/>
            <ac:spMk id="4" creationId="{2B44EF72-7D7E-DDD0-0455-9FD7A19E2DB5}"/>
          </ac:spMkLst>
        </pc:spChg>
        <pc:picChg chg="add del">
          <ac:chgData name="豊 小谷" userId="3605ec3106b20ed8" providerId="LiveId" clId="{05627680-9581-44A8-A355-DE20D011879F}" dt="2026-07-16T05:32:19.023" v="7146" actId="22"/>
          <ac:picMkLst>
            <pc:docMk/>
            <pc:sldMk cId="4085938608" sldId="285"/>
            <ac:picMk id="7" creationId="{AFD18FA3-1C32-E5D0-FC30-F4FDB7440CBB}"/>
          </ac:picMkLst>
        </pc:picChg>
        <pc:picChg chg="add mod">
          <ac:chgData name="豊 小谷" userId="3605ec3106b20ed8" providerId="LiveId" clId="{05627680-9581-44A8-A355-DE20D011879F}" dt="2026-07-16T06:03:39.120" v="7893" actId="1076"/>
          <ac:picMkLst>
            <pc:docMk/>
            <pc:sldMk cId="4085938608" sldId="285"/>
            <ac:picMk id="9" creationId="{F56167E7-8C30-D153-3A58-30499251B8AE}"/>
          </ac:picMkLst>
        </pc:picChg>
      </pc:sldChg>
      <pc:sldChg chg="addSp modSp new mod ord">
        <pc:chgData name="豊 小谷" userId="3605ec3106b20ed8" providerId="LiveId" clId="{05627680-9581-44A8-A355-DE20D011879F}" dt="2026-07-16T06:13:55.273" v="7912" actId="20577"/>
        <pc:sldMkLst>
          <pc:docMk/>
          <pc:sldMk cId="3808326130" sldId="286"/>
        </pc:sldMkLst>
        <pc:spChg chg="mod">
          <ac:chgData name="豊 小谷" userId="3605ec3106b20ed8" providerId="LiveId" clId="{05627680-9581-44A8-A355-DE20D011879F}" dt="2026-07-16T06:13:55.273" v="7912" actId="20577"/>
          <ac:spMkLst>
            <pc:docMk/>
            <pc:sldMk cId="3808326130" sldId="286"/>
            <ac:spMk id="2" creationId="{681EA572-F5AA-7473-C98C-D9EBB04F1528}"/>
          </ac:spMkLst>
        </pc:spChg>
        <pc:spChg chg="mod">
          <ac:chgData name="豊 小谷" userId="3605ec3106b20ed8" providerId="LiveId" clId="{05627680-9581-44A8-A355-DE20D011879F}" dt="2026-07-16T06:04:16.164" v="7898"/>
          <ac:spMkLst>
            <pc:docMk/>
            <pc:sldMk cId="3808326130" sldId="286"/>
            <ac:spMk id="3" creationId="{03912493-B7ED-3048-2343-09F36F4A0F45}"/>
          </ac:spMkLst>
        </pc:spChg>
        <pc:spChg chg="add mod">
          <ac:chgData name="豊 小谷" userId="3605ec3106b20ed8" providerId="LiveId" clId="{05627680-9581-44A8-A355-DE20D011879F}" dt="2026-07-16T05:59:11.093" v="7654" actId="1076"/>
          <ac:spMkLst>
            <pc:docMk/>
            <pc:sldMk cId="3808326130" sldId="286"/>
            <ac:spMk id="6" creationId="{2F67B381-459B-6A30-A052-466DDB38EF98}"/>
          </ac:spMkLst>
        </pc:spChg>
        <pc:spChg chg="add mod">
          <ac:chgData name="豊 小谷" userId="3605ec3106b20ed8" providerId="LiveId" clId="{05627680-9581-44A8-A355-DE20D011879F}" dt="2026-07-16T05:59:22.273" v="7656" actId="20577"/>
          <ac:spMkLst>
            <pc:docMk/>
            <pc:sldMk cId="3808326130" sldId="286"/>
            <ac:spMk id="7" creationId="{7FA4751E-D3BE-D0B6-1FB7-13D4DBE71142}"/>
          </ac:spMkLst>
        </pc:spChg>
        <pc:spChg chg="add mod">
          <ac:chgData name="豊 小谷" userId="3605ec3106b20ed8" providerId="LiveId" clId="{05627680-9581-44A8-A355-DE20D011879F}" dt="2026-07-16T05:59:30.043" v="7658" actId="20577"/>
          <ac:spMkLst>
            <pc:docMk/>
            <pc:sldMk cId="3808326130" sldId="286"/>
            <ac:spMk id="8" creationId="{0C0E173C-5C81-0D7A-34B9-4EC5561117F4}"/>
          </ac:spMkLst>
        </pc:spChg>
        <pc:picChg chg="add mod">
          <ac:chgData name="豊 小谷" userId="3605ec3106b20ed8" providerId="LiveId" clId="{05627680-9581-44A8-A355-DE20D011879F}" dt="2026-07-16T05:55:47.392" v="7564" actId="1076"/>
          <ac:picMkLst>
            <pc:docMk/>
            <pc:sldMk cId="3808326130" sldId="286"/>
            <ac:picMk id="5" creationId="{E5BB9D6A-D711-DF49-069C-6A5969F3F232}"/>
          </ac:picMkLst>
        </pc:picChg>
        <pc:picChg chg="add mod">
          <ac:chgData name="豊 小谷" userId="3605ec3106b20ed8" providerId="LiveId" clId="{05627680-9581-44A8-A355-DE20D011879F}" dt="2026-07-16T06:09:34.088" v="7906" actId="1076"/>
          <ac:picMkLst>
            <pc:docMk/>
            <pc:sldMk cId="3808326130" sldId="286"/>
            <ac:picMk id="10" creationId="{AA917EDE-2D2F-BED9-35CD-A4A53CC28EE3}"/>
          </ac:picMkLst>
        </pc:picChg>
      </pc:sldChg>
      <pc:sldChg chg="addSp delSp modSp new mod">
        <pc:chgData name="豊 小谷" userId="3605ec3106b20ed8" providerId="LiveId" clId="{05627680-9581-44A8-A355-DE20D011879F}" dt="2026-07-16T06:56:44.236" v="8349" actId="1076"/>
        <pc:sldMkLst>
          <pc:docMk/>
          <pc:sldMk cId="2236511586" sldId="287"/>
        </pc:sldMkLst>
        <pc:spChg chg="del">
          <ac:chgData name="豊 小谷" userId="3605ec3106b20ed8" providerId="LiveId" clId="{05627680-9581-44A8-A355-DE20D011879F}" dt="2026-07-16T06:56:16.238" v="8346" actId="478"/>
          <ac:spMkLst>
            <pc:docMk/>
            <pc:sldMk cId="2236511586" sldId="287"/>
            <ac:spMk id="2" creationId="{06932EB1-6F92-A452-189E-7F103C3C3D9B}"/>
          </ac:spMkLst>
        </pc:spChg>
        <pc:spChg chg="mod">
          <ac:chgData name="豊 小谷" userId="3605ec3106b20ed8" providerId="LiveId" clId="{05627680-9581-44A8-A355-DE20D011879F}" dt="2026-07-16T06:49:47.743" v="8149"/>
          <ac:spMkLst>
            <pc:docMk/>
            <pc:sldMk cId="2236511586" sldId="287"/>
            <ac:spMk id="3" creationId="{9229CBEE-C517-2C47-E27E-35EAB1C8CF7C}"/>
          </ac:spMkLst>
        </pc:spChg>
        <pc:spChg chg="mod">
          <ac:chgData name="豊 小谷" userId="3605ec3106b20ed8" providerId="LiveId" clId="{05627680-9581-44A8-A355-DE20D011879F}" dt="2026-07-16T06:52:12.675" v="8203" actId="14100"/>
          <ac:spMkLst>
            <pc:docMk/>
            <pc:sldMk cId="2236511586" sldId="287"/>
            <ac:spMk id="7" creationId="{78CEF42D-9287-357D-B66F-3314A4FC8C30}"/>
          </ac:spMkLst>
        </pc:spChg>
        <pc:spChg chg="add del mod">
          <ac:chgData name="豊 小谷" userId="3605ec3106b20ed8" providerId="LiveId" clId="{05627680-9581-44A8-A355-DE20D011879F}" dt="2026-07-16T06:53:44.730" v="8281" actId="478"/>
          <ac:spMkLst>
            <pc:docMk/>
            <pc:sldMk cId="2236511586" sldId="287"/>
            <ac:spMk id="8" creationId="{B65CFE1F-83EA-4B20-7164-14A775D0DFE8}"/>
          </ac:spMkLst>
        </pc:spChg>
        <pc:spChg chg="add mod">
          <ac:chgData name="豊 小谷" userId="3605ec3106b20ed8" providerId="LiveId" clId="{05627680-9581-44A8-A355-DE20D011879F}" dt="2026-07-16T06:56:44.236" v="8349" actId="1076"/>
          <ac:spMkLst>
            <pc:docMk/>
            <pc:sldMk cId="2236511586" sldId="287"/>
            <ac:spMk id="9" creationId="{98858E31-FB9F-4CA1-D5A4-313405E270FC}"/>
          </ac:spMkLst>
        </pc:spChg>
        <pc:spChg chg="add mod">
          <ac:chgData name="豊 小谷" userId="3605ec3106b20ed8" providerId="LiveId" clId="{05627680-9581-44A8-A355-DE20D011879F}" dt="2026-07-16T06:56:44.236" v="8349" actId="1076"/>
          <ac:spMkLst>
            <pc:docMk/>
            <pc:sldMk cId="2236511586" sldId="287"/>
            <ac:spMk id="10" creationId="{E8D58D15-9349-EF14-624B-92938A6C47DC}"/>
          </ac:spMkLst>
        </pc:spChg>
        <pc:spChg chg="add mod">
          <ac:chgData name="豊 小谷" userId="3605ec3106b20ed8" providerId="LiveId" clId="{05627680-9581-44A8-A355-DE20D011879F}" dt="2026-07-16T06:56:44.236" v="8349" actId="1076"/>
          <ac:spMkLst>
            <pc:docMk/>
            <pc:sldMk cId="2236511586" sldId="287"/>
            <ac:spMk id="11" creationId="{70DBE8B5-A234-4FD9-0D60-848383B25C6E}"/>
          </ac:spMkLst>
        </pc:spChg>
        <pc:spChg chg="add del mod">
          <ac:chgData name="豊 小谷" userId="3605ec3106b20ed8" providerId="LiveId" clId="{05627680-9581-44A8-A355-DE20D011879F}" dt="2026-07-16T06:55:00.072" v="8324" actId="478"/>
          <ac:spMkLst>
            <pc:docMk/>
            <pc:sldMk cId="2236511586" sldId="287"/>
            <ac:spMk id="12" creationId="{73BC16D3-4728-166E-F7DF-71277FF28903}"/>
          </ac:spMkLst>
        </pc:spChg>
        <pc:spChg chg="add mod">
          <ac:chgData name="豊 小谷" userId="3605ec3106b20ed8" providerId="LiveId" clId="{05627680-9581-44A8-A355-DE20D011879F}" dt="2026-07-16T06:56:44.236" v="8349" actId="1076"/>
          <ac:spMkLst>
            <pc:docMk/>
            <pc:sldMk cId="2236511586" sldId="287"/>
            <ac:spMk id="14" creationId="{68E7B29A-C7B0-9AA9-9E68-3848B227FAF0}"/>
          </ac:spMkLst>
        </pc:spChg>
        <pc:spChg chg="mod">
          <ac:chgData name="豊 小谷" userId="3605ec3106b20ed8" providerId="LiveId" clId="{05627680-9581-44A8-A355-DE20D011879F}" dt="2026-07-16T06:56:44.236" v="8349" actId="1076"/>
          <ac:spMkLst>
            <pc:docMk/>
            <pc:sldMk cId="2236511586" sldId="287"/>
            <ac:spMk id="17" creationId="{94CA8566-6AA4-EEF3-829C-CF965E7164AE}"/>
          </ac:spMkLst>
        </pc:spChg>
        <pc:spChg chg="add mod">
          <ac:chgData name="豊 小谷" userId="3605ec3106b20ed8" providerId="LiveId" clId="{05627680-9581-44A8-A355-DE20D011879F}" dt="2026-07-16T06:56:44.236" v="8349" actId="1076"/>
          <ac:spMkLst>
            <pc:docMk/>
            <pc:sldMk cId="2236511586" sldId="287"/>
            <ac:spMk id="19" creationId="{099CEAE7-4DE0-5EE2-8C33-D3F6B128422F}"/>
          </ac:spMkLst>
        </pc:spChg>
        <pc:spChg chg="mod">
          <ac:chgData name="豊 小谷" userId="3605ec3106b20ed8" providerId="LiveId" clId="{05627680-9581-44A8-A355-DE20D011879F}" dt="2026-07-16T06:54:35.957" v="8300" actId="403"/>
          <ac:spMkLst>
            <pc:docMk/>
            <pc:sldMk cId="2236511586" sldId="287"/>
            <ac:spMk id="22" creationId="{8245D132-3501-D359-01F2-23FC1EBCF3B3}"/>
          </ac:spMkLst>
        </pc:spChg>
        <pc:spChg chg="add mod">
          <ac:chgData name="豊 小谷" userId="3605ec3106b20ed8" providerId="LiveId" clId="{05627680-9581-44A8-A355-DE20D011879F}" dt="2026-07-16T06:56:44.236" v="8349" actId="1076"/>
          <ac:spMkLst>
            <pc:docMk/>
            <pc:sldMk cId="2236511586" sldId="287"/>
            <ac:spMk id="23" creationId="{CCBCBAEE-B092-C5F4-1756-E9EDED74406B}"/>
          </ac:spMkLst>
        </pc:spChg>
        <pc:spChg chg="add mod">
          <ac:chgData name="豊 小谷" userId="3605ec3106b20ed8" providerId="LiveId" clId="{05627680-9581-44A8-A355-DE20D011879F}" dt="2026-07-16T06:56:44.236" v="8349" actId="1076"/>
          <ac:spMkLst>
            <pc:docMk/>
            <pc:sldMk cId="2236511586" sldId="287"/>
            <ac:spMk id="25" creationId="{5B57CBC6-6164-FAA9-CB90-44D5B75D05E5}"/>
          </ac:spMkLst>
        </pc:spChg>
        <pc:spChg chg="add mod">
          <ac:chgData name="豊 小谷" userId="3605ec3106b20ed8" providerId="LiveId" clId="{05627680-9581-44A8-A355-DE20D011879F}" dt="2026-07-16T06:56:44.236" v="8349" actId="1076"/>
          <ac:spMkLst>
            <pc:docMk/>
            <pc:sldMk cId="2236511586" sldId="287"/>
            <ac:spMk id="26" creationId="{B2E4AC45-F8C1-F001-CE29-C2F4072E5ADD}"/>
          </ac:spMkLst>
        </pc:spChg>
        <pc:spChg chg="add mod">
          <ac:chgData name="豊 小谷" userId="3605ec3106b20ed8" providerId="LiveId" clId="{05627680-9581-44A8-A355-DE20D011879F}" dt="2026-07-16T06:56:44.236" v="8349" actId="1076"/>
          <ac:spMkLst>
            <pc:docMk/>
            <pc:sldMk cId="2236511586" sldId="287"/>
            <ac:spMk id="51" creationId="{4A8CB5F8-F3CD-A420-AE6F-6A116EABE514}"/>
          </ac:spMkLst>
        </pc:spChg>
        <pc:spChg chg="add mod">
          <ac:chgData name="豊 小谷" userId="3605ec3106b20ed8" providerId="LiveId" clId="{05627680-9581-44A8-A355-DE20D011879F}" dt="2026-07-16T06:55:46.355" v="8340" actId="20577"/>
          <ac:spMkLst>
            <pc:docMk/>
            <pc:sldMk cId="2236511586" sldId="287"/>
            <ac:spMk id="52" creationId="{EC16BCB6-456E-9F7C-4BDC-FD2C5F32AC71}"/>
          </ac:spMkLst>
        </pc:spChg>
        <pc:picChg chg="add mod">
          <ac:chgData name="豊 小谷" userId="3605ec3106b20ed8" providerId="LiveId" clId="{05627680-9581-44A8-A355-DE20D011879F}" dt="2026-07-16T06:51:58.497" v="8201" actId="1076"/>
          <ac:picMkLst>
            <pc:docMk/>
            <pc:sldMk cId="2236511586" sldId="287"/>
            <ac:picMk id="6" creationId="{7A83E0EA-10DC-B4F9-1735-F0D25603A2A5}"/>
          </ac:picMkLst>
        </pc:picChg>
        <pc:picChg chg="add mod">
          <ac:chgData name="豊 小谷" userId="3605ec3106b20ed8" providerId="LiveId" clId="{05627680-9581-44A8-A355-DE20D011879F}" dt="2026-07-16T06:55:20.085" v="8329" actId="571"/>
          <ac:picMkLst>
            <pc:docMk/>
            <pc:sldMk cId="2236511586" sldId="287"/>
            <ac:picMk id="50" creationId="{A154D8B5-83C8-D0AF-0B30-2D3ED44DD08E}"/>
          </ac:picMkLst>
        </pc:picChg>
        <pc:cxnChg chg="mod">
          <ac:chgData name="豊 小谷" userId="3605ec3106b20ed8" providerId="LiveId" clId="{05627680-9581-44A8-A355-DE20D011879F}" dt="2026-07-16T06:52:49.663" v="8271" actId="14100"/>
          <ac:cxnSpMkLst>
            <pc:docMk/>
            <pc:sldMk cId="2236511586" sldId="287"/>
            <ac:cxnSpMk id="13" creationId="{2E5EAC88-0F9F-0BAA-9FDC-A70AA01795AD}"/>
          </ac:cxnSpMkLst>
        </pc:cxnChg>
        <pc:cxnChg chg="mod">
          <ac:chgData name="豊 小谷" userId="3605ec3106b20ed8" providerId="LiveId" clId="{05627680-9581-44A8-A355-DE20D011879F}" dt="2026-07-16T06:55:08.465" v="8327" actId="14100"/>
          <ac:cxnSpMkLst>
            <pc:docMk/>
            <pc:sldMk cId="2236511586" sldId="287"/>
            <ac:cxnSpMk id="15" creationId="{F9F1F71E-9FE4-8921-3A03-9A67F12C5CB8}"/>
          </ac:cxnSpMkLst>
        </pc:cxnChg>
        <pc:cxnChg chg="del mod">
          <ac:chgData name="豊 小谷" userId="3605ec3106b20ed8" providerId="LiveId" clId="{05627680-9581-44A8-A355-DE20D011879F}" dt="2026-07-16T06:53:34.950" v="8280" actId="478"/>
          <ac:cxnSpMkLst>
            <pc:docMk/>
            <pc:sldMk cId="2236511586" sldId="287"/>
            <ac:cxnSpMk id="16" creationId="{6F41236A-85B5-6EFC-FF5B-6B8F24C487A1}"/>
          </ac:cxnSpMkLst>
        </pc:cxnChg>
        <pc:cxnChg chg="mod">
          <ac:chgData name="豊 小谷" userId="3605ec3106b20ed8" providerId="LiveId" clId="{05627680-9581-44A8-A355-DE20D011879F}" dt="2026-07-16T06:54:27.077" v="8297" actId="403"/>
          <ac:cxnSpMkLst>
            <pc:docMk/>
            <pc:sldMk cId="2236511586" sldId="287"/>
            <ac:cxnSpMk id="18" creationId="{2F68B0AB-D405-AE0A-4251-ADAFAB2D67D6}"/>
          </ac:cxnSpMkLst>
        </pc:cxnChg>
        <pc:cxnChg chg="del">
          <ac:chgData name="豊 小谷" userId="3605ec3106b20ed8" providerId="LiveId" clId="{05627680-9581-44A8-A355-DE20D011879F}" dt="2026-07-16T06:52:54.163" v="8272" actId="478"/>
          <ac:cxnSpMkLst>
            <pc:docMk/>
            <pc:sldMk cId="2236511586" sldId="287"/>
            <ac:cxnSpMk id="20" creationId="{33FEEDFB-70A8-3337-57E9-09A101EE0BE4}"/>
          </ac:cxnSpMkLst>
        </pc:cxnChg>
        <pc:cxnChg chg="mod">
          <ac:chgData name="豊 小谷" userId="3605ec3106b20ed8" providerId="LiveId" clId="{05627680-9581-44A8-A355-DE20D011879F}" dt="2026-07-16T06:53:21.707" v="8279" actId="14100"/>
          <ac:cxnSpMkLst>
            <pc:docMk/>
            <pc:sldMk cId="2236511586" sldId="287"/>
            <ac:cxnSpMk id="21" creationId="{656F8700-8804-F9CB-A543-8BB3CC509029}"/>
          </ac:cxnSpMkLst>
        </pc:cxnChg>
        <pc:cxnChg chg="mod">
          <ac:chgData name="豊 小谷" userId="3605ec3106b20ed8" providerId="LiveId" clId="{05627680-9581-44A8-A355-DE20D011879F}" dt="2026-07-16T06:54:33.523" v="8299" actId="403"/>
          <ac:cxnSpMkLst>
            <pc:docMk/>
            <pc:sldMk cId="2236511586" sldId="287"/>
            <ac:cxnSpMk id="24" creationId="{BB853331-1117-3C69-F1B7-D927DD765CC3}"/>
          </ac:cxnSpMkLst>
        </pc:cxnChg>
        <pc:cxnChg chg="mod">
          <ac:chgData name="豊 小谷" userId="3605ec3106b20ed8" providerId="LiveId" clId="{05627680-9581-44A8-A355-DE20D011879F}" dt="2026-07-16T06:54:29.882" v="8298" actId="403"/>
          <ac:cxnSpMkLst>
            <pc:docMk/>
            <pc:sldMk cId="2236511586" sldId="287"/>
            <ac:cxnSpMk id="27" creationId="{2BB9B49F-F03E-B97F-084A-BC7A6DCF1A33}"/>
          </ac:cxnSpMkLst>
        </pc:cxnChg>
        <pc:cxnChg chg="mod">
          <ac:chgData name="豊 小谷" userId="3605ec3106b20ed8" providerId="LiveId" clId="{05627680-9581-44A8-A355-DE20D011879F}" dt="2026-07-16T06:53:09.652" v="8275" actId="14100"/>
          <ac:cxnSpMkLst>
            <pc:docMk/>
            <pc:sldMk cId="2236511586" sldId="287"/>
            <ac:cxnSpMk id="28" creationId="{0CD37C8E-4540-14BD-4E20-48385FD74090}"/>
          </ac:cxnSpMkLst>
        </pc:cxnChg>
        <pc:cxnChg chg="add mod">
          <ac:chgData name="豊 小谷" userId="3605ec3106b20ed8" providerId="LiveId" clId="{05627680-9581-44A8-A355-DE20D011879F}" dt="2026-07-16T06:55:53.052" v="8343" actId="14100"/>
          <ac:cxnSpMkLst>
            <pc:docMk/>
            <pc:sldMk cId="2236511586" sldId="287"/>
            <ac:cxnSpMk id="53" creationId="{CF6E99C4-8C8D-01D0-8BF6-F611F65B7DC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ED843-FBAC-4BF9-84F2-6CB52D7BC460}" type="datetimeFigureOut">
              <a:rPr kumimoji="1" lang="ja-JP" altLang="en-US" smtClean="0"/>
              <a:t>2026/7/16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5109B5-5EE7-4A19-AE95-02774C49B9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5594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9008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2281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9697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5241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6226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AAC34-1B13-D716-053D-EF375149E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A0FAF27-6CA5-CE6B-D219-88FBA48C8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AEDA29C-83FA-C1D5-6A11-8CE2E0305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CDEDAE4-9AF7-5921-D68F-9BC5283DB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5937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6413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4342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3759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</p:spTree>
    <p:extLst>
      <p:ext uri="{BB962C8B-B14F-4D97-AF65-F5344CB8AC3E}">
        <p14:creationId xmlns:p14="http://schemas.microsoft.com/office/powerpoint/2010/main" val="435267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8753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9BC23-ACCF-40B7-9F8A-C869B7D2A964}" type="datetime1">
              <a:rPr lang="en-US" altLang="ja-JP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75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bg1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88912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4078-B338-4B71-BD47-0F234CD99180}" type="datetime1">
              <a:rPr lang="en-US" altLang="ja-JP" smtClean="0"/>
              <a:t>7/16/2026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57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1777-293B-44C6-BDCA-81A8114C1E32}" type="datetime1">
              <a:rPr lang="en-US" altLang="ja-JP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32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3C-504F-4161-B648-BC81B6CDF032}" type="datetime1">
              <a:rPr lang="en-US" altLang="ja-JP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62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F4F73-EC84-473A-9021-5AE2CF45038E}" type="datetime1">
              <a:rPr lang="en-US" altLang="ja-JP" smtClean="0"/>
              <a:t>7/16/2026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006161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153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CCC4E1EE-9E13-4C2D-AFC1-1D3561D21B1A}" type="datetime1">
              <a:rPr lang="en-US" altLang="ja-JP" smtClean="0"/>
              <a:t>7/16/2026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98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kumimoji="1"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kumimoji="1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kumimoji="1"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kumimoji="1"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kumimoji="1"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1F07B-F036-AEB6-9E15-27930A70B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036" y="121407"/>
            <a:ext cx="10811660" cy="1591986"/>
          </a:xfrm>
        </p:spPr>
        <p:txBody>
          <a:bodyPr/>
          <a:lstStyle/>
          <a:p>
            <a:r>
              <a:rPr lang="en-US" altLang="ja-JP" dirty="0" err="1"/>
              <a:t>OpenSUSI</a:t>
            </a:r>
            <a:r>
              <a:rPr lang="en-US" altLang="ja-JP" dirty="0"/>
              <a:t>-MPW TR10</a:t>
            </a:r>
            <a:r>
              <a:rPr lang="ja-JP" altLang="en-US" dirty="0"/>
              <a:t>で作る</a:t>
            </a:r>
            <a:r>
              <a:rPr lang="en-US" altLang="ja-JP" dirty="0"/>
              <a:t>AM</a:t>
            </a:r>
            <a:r>
              <a:rPr lang="ja-JP" altLang="en-US" dirty="0"/>
              <a:t>ラジオチップ</a:t>
            </a:r>
            <a:br>
              <a:rPr lang="en-US" altLang="ja-JP" dirty="0"/>
            </a:br>
            <a:r>
              <a:rPr lang="ja-JP" altLang="en-US" dirty="0"/>
              <a:t>高周波増幅回路</a:t>
            </a:r>
            <a:endParaRPr kumimoji="1" lang="ja-JP" altLang="en-US" dirty="0"/>
          </a:p>
        </p:txBody>
      </p:sp>
      <p:pic>
        <p:nvPicPr>
          <p:cNvPr id="8" name="図 7" descr="AMRadioMember.png">
            <a:extLst>
              <a:ext uri="{FF2B5EF4-FFF2-40B4-BE49-F238E27FC236}">
                <a16:creationId xmlns:a16="http://schemas.microsoft.com/office/drawing/2014/main" id="{94923F2E-3ACE-CA20-50D6-EA9DCDF8E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335" y="1591986"/>
            <a:ext cx="9141108" cy="5144607"/>
          </a:xfrm>
          <a:prstGeom prst="rect">
            <a:avLst/>
          </a:prstGeom>
        </p:spPr>
      </p:pic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F14FBD40-630B-D05C-BC57-0E394C180CA7}"/>
              </a:ext>
            </a:extLst>
          </p:cNvPr>
          <p:cNvCxnSpPr/>
          <p:nvPr/>
        </p:nvCxnSpPr>
        <p:spPr>
          <a:xfrm>
            <a:off x="6921661" y="6157732"/>
            <a:ext cx="2916820" cy="0"/>
          </a:xfrm>
          <a:prstGeom prst="line">
            <a:avLst/>
          </a:prstGeom>
          <a:ln w="38100">
            <a:headEnd type="non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290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C50C269-5ED5-5839-E63A-2EF3A1A05E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83423FF-E49C-B2EE-4962-A433D311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目次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A85FD3F-980E-B6B5-6FCA-451483397A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AM</a:t>
            </a:r>
            <a:r>
              <a:rPr lang="ja-JP" altLang="en-US" dirty="0"/>
              <a:t>ラジオチップ</a:t>
            </a:r>
            <a:r>
              <a:rPr kumimoji="1" lang="ja-JP" altLang="en-US" dirty="0"/>
              <a:t>とは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1FBC7E4-04AD-75B2-3D59-DAF48ED1B2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80D2A1DE-0977-E1FF-8CFD-0E69897550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ja-JP" dirty="0"/>
              <a:t>AM</a:t>
            </a:r>
            <a:r>
              <a:rPr lang="ja-JP" altLang="en-US" dirty="0"/>
              <a:t>ラジオの信号処理</a:t>
            </a:r>
            <a:endParaRPr kumimoji="1"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F894DE3-704C-4571-185E-A9CE43ED21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DE90BF70-22FF-F34D-9AA1-3E94C476D2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1" lang="ja-JP" altLang="en-US" dirty="0"/>
              <a:t>高周波増幅回路の仕様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3B0EABBF-5933-6823-F303-60CAC74611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AD869DF4-B32D-B21F-47C9-8F34FA8AA9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ja-JP" altLang="en-US" dirty="0"/>
              <a:t>高周波増幅回路の設計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E8F3CC92-D5CF-273F-5190-3E6DE7ACA1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E6EC81BC-899D-85F0-DFA8-DFC657B9042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ja-JP" altLang="en-US" dirty="0"/>
              <a:t>高周波増幅回路の</a:t>
            </a:r>
            <a:r>
              <a:rPr kumimoji="1" lang="ja-JP" altLang="en-US" dirty="0"/>
              <a:t>特性評価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DF9E80A2-749C-BADB-5F56-C89DCFCB9E5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FC4C707C-8103-E7B0-21AE-CB72D09537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ja-JP" altLang="en-US" dirty="0"/>
              <a:t>高周波増幅回路の</a:t>
            </a:r>
            <a:r>
              <a:rPr kumimoji="1" lang="ja-JP" altLang="en-US" dirty="0"/>
              <a:t>評価結果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5E608D12-204B-D1B1-E4FA-73284E4C41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kumimoji="1" lang="en-US" altLang="ja-JP" dirty="0"/>
              <a:t>7</a:t>
            </a:r>
            <a:endParaRPr kumimoji="1" lang="ja-JP" altLang="en-US" dirty="0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289D3E0-4B14-B2AE-C676-1FD6730DF57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ja-JP" altLang="en-US" dirty="0"/>
              <a:t>高周波増幅回路</a:t>
            </a:r>
            <a:r>
              <a:rPr kumimoji="1" lang="ja-JP" altLang="en-US" dirty="0"/>
              <a:t>の</a:t>
            </a:r>
            <a:br>
              <a:rPr kumimoji="1" lang="en-US" altLang="ja-JP" dirty="0"/>
            </a:br>
            <a:r>
              <a:rPr kumimoji="1" lang="ja-JP" altLang="en-US" dirty="0"/>
              <a:t>レイアウト</a:t>
            </a:r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0EE552FE-2D2B-3AAD-F886-5FDA6E58355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kumimoji="1" lang="en-US" altLang="ja-JP" dirty="0"/>
              <a:t>8</a:t>
            </a:r>
            <a:endParaRPr kumimoji="1" lang="ja-JP" altLang="en-US" dirty="0"/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7BFD0AE3-3330-41FB-0921-382A1FF2F4D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ja-JP" altLang="en-US" dirty="0"/>
              <a:t>質疑応答</a:t>
            </a:r>
            <a:endParaRPr kumimoji="1" lang="ja-JP" altLang="en-US" dirty="0"/>
          </a:p>
        </p:txBody>
      </p:sp>
      <p:sp>
        <p:nvSpPr>
          <p:cNvPr id="19" name="スライド番号プレースホルダー 18">
            <a:extLst>
              <a:ext uri="{FF2B5EF4-FFF2-40B4-BE49-F238E27FC236}">
                <a16:creationId xmlns:a16="http://schemas.microsoft.com/office/drawing/2014/main" id="{28F615C7-CBA3-74F1-6828-68DC4C6648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14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569ACD4D-03F3-A30E-115E-186F2B1A7A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en-US" altLang="ja-JP" dirty="0"/>
              <a:t>AM</a:t>
            </a:r>
            <a:r>
              <a:rPr kumimoji="1" lang="ja-JP" altLang="en-US" dirty="0"/>
              <a:t>ラジオのブロック図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AC5D3A-C502-85D9-B76C-39D4CB3E1F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ja-JP" altLang="en-US" dirty="0"/>
              <a:t>高周波増幅回路</a:t>
            </a:r>
            <a:br>
              <a:rPr lang="en-US" altLang="ja-JP" dirty="0"/>
            </a:br>
            <a:r>
              <a:rPr lang="ja-JP" altLang="en-US" sz="2000" dirty="0"/>
              <a:t>同調回路からの</a:t>
            </a:r>
            <a:r>
              <a:rPr lang="en-US" altLang="ja-JP" sz="2000" dirty="0"/>
              <a:t>AM</a:t>
            </a:r>
            <a:r>
              <a:rPr lang="ja-JP" altLang="en-US" sz="2000" dirty="0"/>
              <a:t>波を増幅する</a:t>
            </a:r>
            <a:endParaRPr kumimoji="1" lang="en-US" altLang="ja-JP" sz="2000" dirty="0"/>
          </a:p>
          <a:p>
            <a:r>
              <a:rPr lang="ja-JP" altLang="en-US" dirty="0"/>
              <a:t>検波回路</a:t>
            </a:r>
            <a:r>
              <a:rPr lang="en-US" altLang="ja-JP" dirty="0"/>
              <a:t>(</a:t>
            </a:r>
            <a:r>
              <a:rPr lang="ja-JP" altLang="en-US" dirty="0"/>
              <a:t>理想ダイオード</a:t>
            </a:r>
            <a:r>
              <a:rPr lang="en-US" altLang="ja-JP" dirty="0"/>
              <a:t>)</a:t>
            </a:r>
            <a:br>
              <a:rPr lang="en-US" altLang="ja-JP" dirty="0"/>
            </a:br>
            <a:r>
              <a:rPr lang="ja-JP" altLang="en-US" sz="2000" dirty="0"/>
              <a:t>高周波増幅回路からの</a:t>
            </a:r>
            <a:r>
              <a:rPr lang="en-US" altLang="ja-JP" sz="2000" dirty="0"/>
              <a:t>AM</a:t>
            </a:r>
            <a:r>
              <a:rPr lang="ja-JP" altLang="en-US" sz="2000" dirty="0"/>
              <a:t>波の包絡線検波前段として、上側波形のみ抽出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9C12552-84B9-CCC4-18C0-7136DA96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AM</a:t>
            </a:r>
            <a:r>
              <a:rPr lang="ja-JP" altLang="en-US" dirty="0"/>
              <a:t>ラジオチップとは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FBB44E1-C853-2EDE-9F77-6F7C48CF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3</a:t>
            </a:fld>
            <a:endParaRPr lang="en-US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3CCDE89-6AD1-732D-D104-5E2972E6D418}"/>
              </a:ext>
            </a:extLst>
          </p:cNvPr>
          <p:cNvGrpSpPr/>
          <p:nvPr/>
        </p:nvGrpSpPr>
        <p:grpSpPr>
          <a:xfrm>
            <a:off x="300037" y="2257063"/>
            <a:ext cx="5597800" cy="3485297"/>
            <a:chOff x="1190186" y="1021780"/>
            <a:chExt cx="9585844" cy="5968329"/>
          </a:xfrm>
        </p:grpSpPr>
        <p:pic>
          <p:nvPicPr>
            <p:cNvPr id="7" name="図 6" descr="Radio_block_diagram">
              <a:extLst>
                <a:ext uri="{FF2B5EF4-FFF2-40B4-BE49-F238E27FC236}">
                  <a16:creationId xmlns:a16="http://schemas.microsoft.com/office/drawing/2014/main" id="{9D1FA4EE-FEEF-FE4B-C5CA-C3EAA6A35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0186" y="1021780"/>
              <a:ext cx="9585844" cy="5968329"/>
            </a:xfrm>
            <a:prstGeom prst="rect">
              <a:avLst/>
            </a:prstGeom>
          </p:spPr>
        </p:pic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DC06C2FA-41AF-006F-37E1-F8A6437AB1C1}"/>
                </a:ext>
              </a:extLst>
            </p:cNvPr>
            <p:cNvSpPr/>
            <p:nvPr/>
          </p:nvSpPr>
          <p:spPr>
            <a:xfrm>
              <a:off x="2488557" y="1701478"/>
              <a:ext cx="7917084" cy="5150735"/>
            </a:xfrm>
            <a:custGeom>
              <a:avLst/>
              <a:gdLst>
                <a:gd name="csX0" fmla="*/ 567159 w 7917084"/>
                <a:gd name="csY0" fmla="*/ 23150 h 5150735"/>
                <a:gd name="csX1" fmla="*/ 567159 w 7917084"/>
                <a:gd name="csY1" fmla="*/ 2754775 h 5150735"/>
                <a:gd name="csX2" fmla="*/ 0 w 7917084"/>
                <a:gd name="csY2" fmla="*/ 2754775 h 5150735"/>
                <a:gd name="csX3" fmla="*/ 0 w 7917084"/>
                <a:gd name="csY3" fmla="*/ 5150735 h 5150735"/>
                <a:gd name="csX4" fmla="*/ 7917084 w 7917084"/>
                <a:gd name="csY4" fmla="*/ 5150735 h 5150735"/>
                <a:gd name="csX5" fmla="*/ 7917084 w 7917084"/>
                <a:gd name="csY5" fmla="*/ 2882097 h 5150735"/>
                <a:gd name="csX6" fmla="*/ 5243332 w 7917084"/>
                <a:gd name="csY6" fmla="*/ 2882097 h 5150735"/>
                <a:gd name="csX7" fmla="*/ 5243332 w 7917084"/>
                <a:gd name="csY7" fmla="*/ 0 h 5150735"/>
                <a:gd name="csX8" fmla="*/ 544010 w 7917084"/>
                <a:gd name="csY8" fmla="*/ 0 h 51507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917084" h="5150735">
                  <a:moveTo>
                    <a:pt x="567159" y="23150"/>
                  </a:moveTo>
                  <a:lnTo>
                    <a:pt x="567159" y="2754775"/>
                  </a:lnTo>
                  <a:lnTo>
                    <a:pt x="0" y="2754775"/>
                  </a:lnTo>
                  <a:lnTo>
                    <a:pt x="0" y="5150735"/>
                  </a:lnTo>
                  <a:lnTo>
                    <a:pt x="7917084" y="5150735"/>
                  </a:lnTo>
                  <a:lnTo>
                    <a:pt x="7917084" y="2882097"/>
                  </a:lnTo>
                  <a:lnTo>
                    <a:pt x="5243332" y="2882097"/>
                  </a:lnTo>
                  <a:lnTo>
                    <a:pt x="5243332" y="0"/>
                  </a:lnTo>
                  <a:lnTo>
                    <a:pt x="544010" y="0"/>
                  </a:lnTo>
                </a:path>
              </a:pathLst>
            </a:cu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B09BC5A-706E-2820-4091-0201977775EC}"/>
              </a:ext>
            </a:extLst>
          </p:cNvPr>
          <p:cNvSpPr txBox="1"/>
          <p:nvPr/>
        </p:nvSpPr>
        <p:spPr>
          <a:xfrm>
            <a:off x="7227728" y="537368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1:</a:t>
            </a: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49DC995F-8A0F-F7A0-7885-A9B1DB4E9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135966"/>
              </p:ext>
            </p:extLst>
          </p:nvPr>
        </p:nvGraphicFramePr>
        <p:xfrm>
          <a:off x="6114632" y="3429000"/>
          <a:ext cx="5683136" cy="33530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605">
                  <a:extLst>
                    <a:ext uri="{9D8B030D-6E8A-4147-A177-3AD203B41FA5}">
                      <a16:colId xmlns:a16="http://schemas.microsoft.com/office/drawing/2014/main" val="1894713810"/>
                    </a:ext>
                  </a:extLst>
                </a:gridCol>
                <a:gridCol w="2173117">
                  <a:extLst>
                    <a:ext uri="{9D8B030D-6E8A-4147-A177-3AD203B41FA5}">
                      <a16:colId xmlns:a16="http://schemas.microsoft.com/office/drawing/2014/main" val="3212241432"/>
                    </a:ext>
                  </a:extLst>
                </a:gridCol>
                <a:gridCol w="2860414">
                  <a:extLst>
                    <a:ext uri="{9D8B030D-6E8A-4147-A177-3AD203B41FA5}">
                      <a16:colId xmlns:a16="http://schemas.microsoft.com/office/drawing/2014/main" val="2983910836"/>
                    </a:ext>
                  </a:extLst>
                </a:gridCol>
              </a:tblGrid>
              <a:tr h="31810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/>
                        <a:t>ピン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123879"/>
                  </a:ext>
                </a:extLst>
              </a:tr>
              <a:tr h="31810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VDD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5V</a:t>
                      </a:r>
                      <a:r>
                        <a:rPr kumimoji="1" lang="ja-JP" altLang="en-US" sz="1600" dirty="0"/>
                        <a:t>電源入力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37964"/>
                  </a:ext>
                </a:extLst>
              </a:tr>
              <a:tr h="54078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2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 err="1"/>
                        <a:t>iBIAS_IN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共通電流源入力 </a:t>
                      </a:r>
                      <a:br>
                        <a:rPr kumimoji="1" lang="en-US" altLang="ja-JP" sz="1600" dirty="0"/>
                      </a:br>
                      <a:r>
                        <a:rPr kumimoji="1" lang="en-US" altLang="ja-JP" sz="1600" dirty="0"/>
                        <a:t>100uA-</a:t>
                      </a:r>
                      <a:r>
                        <a:rPr kumimoji="1" lang="ja-JP" altLang="en-US" sz="1600" dirty="0"/>
                        <a:t>電流吐出し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57063"/>
                  </a:ext>
                </a:extLst>
              </a:tr>
              <a:tr h="31810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RF_INP 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高周波増幅回路＋側入力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179494"/>
                  </a:ext>
                </a:extLst>
              </a:tr>
              <a:tr h="31810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RF_INN 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高周波増幅回路</a:t>
                      </a:r>
                      <a:r>
                        <a:rPr kumimoji="1" lang="en-US" altLang="ja-JP" sz="1600" dirty="0"/>
                        <a:t>-</a:t>
                      </a:r>
                      <a:r>
                        <a:rPr kumimoji="1" lang="ja-JP" altLang="en-US" sz="1600" dirty="0"/>
                        <a:t>側入力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507897"/>
                  </a:ext>
                </a:extLst>
              </a:tr>
              <a:tr h="31810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5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RF_OUT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高周波増幅回路出力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424539"/>
                  </a:ext>
                </a:extLst>
              </a:tr>
              <a:tr h="31810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VREF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理想ダイオード</a:t>
                      </a:r>
                      <a:r>
                        <a:rPr kumimoji="1" lang="en-US" altLang="ja-JP" sz="1600" dirty="0"/>
                        <a:t>1.4V</a:t>
                      </a:r>
                      <a:r>
                        <a:rPr kumimoji="1" lang="ja-JP" altLang="en-US" sz="1600" dirty="0"/>
                        <a:t>電圧入力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348015"/>
                  </a:ext>
                </a:extLst>
              </a:tr>
              <a:tr h="31810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7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IDEAL_DIODE_IN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理想ダイオード入力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700098"/>
                  </a:ext>
                </a:extLst>
              </a:tr>
              <a:tr h="42697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IDEAL_DIODE_OUT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理想ダイオード出力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26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138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5DE803DC-4891-E615-F823-E8C8092C5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431" y="1484313"/>
            <a:ext cx="3791286" cy="390786"/>
          </a:xfrm>
        </p:spPr>
        <p:txBody>
          <a:bodyPr/>
          <a:lstStyle/>
          <a:p>
            <a:pPr marL="457200" indent="-457200" algn="ctr">
              <a:buFont typeface="+mj-lt"/>
              <a:buAutoNum type="arabicPeriod"/>
            </a:pPr>
            <a:r>
              <a:rPr lang="ja-JP" altLang="en-US" sz="1800" dirty="0"/>
              <a:t>アンテナから混合</a:t>
            </a:r>
            <a:r>
              <a:rPr kumimoji="1" lang="en-US" altLang="ja-JP" sz="1800" dirty="0"/>
              <a:t>AM</a:t>
            </a:r>
            <a:r>
              <a:rPr kumimoji="1" lang="ja-JP" altLang="en-US" sz="1800" dirty="0"/>
              <a:t>波受信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endParaRPr lang="en-US" altLang="ja-JP" sz="2000" dirty="0"/>
          </a:p>
          <a:p>
            <a:pPr marL="0" indent="0">
              <a:buNone/>
            </a:pPr>
            <a:br>
              <a:rPr lang="en-US" altLang="ja-JP" sz="2000" dirty="0"/>
            </a:br>
            <a:endParaRPr lang="en-US" altLang="ja-JP" sz="2000" dirty="0"/>
          </a:p>
          <a:p>
            <a:pPr marL="457200" indent="-457200">
              <a:buFont typeface="+mj-lt"/>
              <a:buAutoNum type="arabicPeriod" startAt="2"/>
            </a:pPr>
            <a:endParaRPr kumimoji="1" lang="en-US" altLang="ja-JP" sz="18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DE4FFB-9D74-423A-D74E-F580E8CE3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99386" y="1484313"/>
            <a:ext cx="3808181" cy="390786"/>
          </a:xfrm>
        </p:spPr>
        <p:txBody>
          <a:bodyPr/>
          <a:lstStyle/>
          <a:p>
            <a:pPr marL="342900" indent="-342900" algn="ctr">
              <a:buClr>
                <a:schemeClr val="accent2"/>
              </a:buClr>
              <a:buFont typeface="+mj-lt"/>
              <a:buAutoNum type="arabicPeriod" startAt="3"/>
            </a:pPr>
            <a:r>
              <a:rPr lang="ja-JP" altLang="en-US" sz="1800" b="1" dirty="0">
                <a:solidFill>
                  <a:schemeClr val="accent2"/>
                </a:solidFill>
              </a:rPr>
              <a:t>高周波増幅回路で増幅</a:t>
            </a:r>
          </a:p>
          <a:p>
            <a:pPr algn="ctr"/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3DE35AB-A992-9DD5-5B02-8B461AA3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AM</a:t>
            </a:r>
            <a:r>
              <a:rPr lang="ja-JP" altLang="en-US" dirty="0"/>
              <a:t>ラジオの信号処理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7D5AAC5-346A-A45E-126A-178AE8AAF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4</a:t>
            </a:fld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CB3F678-3F32-B331-70C7-E87E2548F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1" y="1970451"/>
            <a:ext cx="3791286" cy="192738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B07A659-00BE-B009-17AF-2DD869073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0737" y="1970451"/>
            <a:ext cx="3813631" cy="1927382"/>
          </a:xfrm>
          <a:prstGeom prst="rect">
            <a:avLst/>
          </a:prstGeom>
        </p:spPr>
      </p:pic>
      <p:sp>
        <p:nvSpPr>
          <p:cNvPr id="10" name="コンテンツ プレースホルダー 1">
            <a:extLst>
              <a:ext uri="{FF2B5EF4-FFF2-40B4-BE49-F238E27FC236}">
                <a16:creationId xmlns:a16="http://schemas.microsoft.com/office/drawing/2014/main" id="{C3D7B18C-CD06-90B3-59F0-BF939A322973}"/>
              </a:ext>
            </a:extLst>
          </p:cNvPr>
          <p:cNvSpPr txBox="1">
            <a:spLocks/>
          </p:cNvSpPr>
          <p:nvPr/>
        </p:nvSpPr>
        <p:spPr>
          <a:xfrm>
            <a:off x="4210305" y="1447771"/>
            <a:ext cx="3808182" cy="390786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ctr">
              <a:buFont typeface="+mj-lt"/>
              <a:buAutoNum type="arabicPeriod" startAt="2"/>
            </a:pPr>
            <a:r>
              <a:rPr lang="ja-JP" altLang="en-US" sz="1800" dirty="0"/>
              <a:t>同調回路で選局周波数抽出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F126C45-46A1-E0D8-4C19-D222E3D342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9388" y="1970451"/>
            <a:ext cx="3808181" cy="1927382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146E2978-012A-8001-D973-CB0D64E638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223" y="4563360"/>
            <a:ext cx="3808182" cy="1914113"/>
          </a:xfrm>
          <a:prstGeom prst="rect">
            <a:avLst/>
          </a:prstGeom>
        </p:spPr>
      </p:pic>
      <p:sp>
        <p:nvSpPr>
          <p:cNvPr id="15" name="コンテンツ プレースホルダー 1">
            <a:extLst>
              <a:ext uri="{FF2B5EF4-FFF2-40B4-BE49-F238E27FC236}">
                <a16:creationId xmlns:a16="http://schemas.microsoft.com/office/drawing/2014/main" id="{3789D132-1B47-E9F0-1A5E-AF4096227C47}"/>
              </a:ext>
            </a:extLst>
          </p:cNvPr>
          <p:cNvSpPr txBox="1">
            <a:spLocks/>
          </p:cNvSpPr>
          <p:nvPr/>
        </p:nvSpPr>
        <p:spPr>
          <a:xfrm>
            <a:off x="143567" y="4172574"/>
            <a:ext cx="3791286" cy="390786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ctr">
              <a:buFont typeface="+mj-lt"/>
              <a:buAutoNum type="arabicPeriod" startAt="4"/>
            </a:pPr>
            <a:r>
              <a:rPr lang="ja-JP" altLang="en-US" sz="1800" dirty="0"/>
              <a:t>検波回路</a:t>
            </a:r>
            <a:r>
              <a:rPr lang="en-US" altLang="ja-JP" sz="1800" dirty="0"/>
              <a:t>(</a:t>
            </a:r>
            <a:r>
              <a:rPr lang="ja-JP" altLang="en-US" sz="1800" dirty="0"/>
              <a:t>ダイオード</a:t>
            </a:r>
            <a:r>
              <a:rPr lang="en-US" altLang="ja-JP" sz="1800" dirty="0"/>
              <a:t>)</a:t>
            </a:r>
            <a:r>
              <a:rPr lang="ja-JP" altLang="en-US" sz="1800" dirty="0"/>
              <a:t>上側抽出</a:t>
            </a:r>
          </a:p>
          <a:p>
            <a:pPr marL="457200" indent="-457200">
              <a:buFont typeface="+mj-lt"/>
              <a:buAutoNum type="arabicPeriod" startAt="4"/>
            </a:pPr>
            <a:endParaRPr lang="ja-JP" altLang="en-US" sz="2000" dirty="0"/>
          </a:p>
          <a:p>
            <a:pPr marL="457200" indent="-457200">
              <a:buFont typeface="+mj-lt"/>
              <a:buAutoNum type="arabicPeriod" startAt="4"/>
            </a:pPr>
            <a:endParaRPr lang="ja-JP" altLang="en-US" sz="2000" dirty="0"/>
          </a:p>
          <a:p>
            <a:pPr marL="0" indent="0">
              <a:buFont typeface="Arial" panose="020B0604020202020204" pitchFamily="34" charset="0"/>
              <a:buNone/>
            </a:pPr>
            <a:br>
              <a:rPr lang="ja-JP" altLang="en-US" sz="2000" dirty="0"/>
            </a:br>
            <a:endParaRPr lang="ja-JP" altLang="en-US" sz="2000" dirty="0"/>
          </a:p>
          <a:p>
            <a:pPr marL="457200" indent="-457200">
              <a:buFont typeface="+mj-lt"/>
              <a:buAutoNum type="arabicPeriod" startAt="2"/>
            </a:pPr>
            <a:endParaRPr lang="ja-JP" altLang="en-US" sz="1800" dirty="0"/>
          </a:p>
        </p:txBody>
      </p:sp>
      <p:sp>
        <p:nvSpPr>
          <p:cNvPr id="16" name="コンテンツ プレースホルダー 2">
            <a:extLst>
              <a:ext uri="{FF2B5EF4-FFF2-40B4-BE49-F238E27FC236}">
                <a16:creationId xmlns:a16="http://schemas.microsoft.com/office/drawing/2014/main" id="{FCBF1FB3-E2B7-9A1F-7043-FEB3DBF2FA0D}"/>
              </a:ext>
            </a:extLst>
          </p:cNvPr>
          <p:cNvSpPr txBox="1">
            <a:spLocks/>
          </p:cNvSpPr>
          <p:nvPr/>
        </p:nvSpPr>
        <p:spPr>
          <a:xfrm>
            <a:off x="8299387" y="4172574"/>
            <a:ext cx="3808181" cy="390786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ctr">
              <a:buFont typeface="+mj-lt"/>
              <a:buAutoNum type="arabicPeriod" startAt="6"/>
            </a:pPr>
            <a:r>
              <a:rPr lang="ja-JP" altLang="en-US" sz="1800" dirty="0"/>
              <a:t>低周波増幅回路で増幅</a:t>
            </a:r>
          </a:p>
          <a:p>
            <a:pPr algn="ctr"/>
            <a:endParaRPr lang="ja-JP" altLang="en-US" dirty="0"/>
          </a:p>
        </p:txBody>
      </p:sp>
      <p:sp>
        <p:nvSpPr>
          <p:cNvPr id="17" name="コンテンツ プレースホルダー 1">
            <a:extLst>
              <a:ext uri="{FF2B5EF4-FFF2-40B4-BE49-F238E27FC236}">
                <a16:creationId xmlns:a16="http://schemas.microsoft.com/office/drawing/2014/main" id="{4A462F47-3960-5E03-A0E3-41BA8802B233}"/>
              </a:ext>
            </a:extLst>
          </p:cNvPr>
          <p:cNvSpPr txBox="1">
            <a:spLocks/>
          </p:cNvSpPr>
          <p:nvPr/>
        </p:nvSpPr>
        <p:spPr>
          <a:xfrm>
            <a:off x="4136141" y="4172574"/>
            <a:ext cx="3938897" cy="404200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ctr">
              <a:buFont typeface="+mj-lt"/>
              <a:buAutoNum type="arabicPeriod" startAt="5"/>
            </a:pPr>
            <a:r>
              <a:rPr lang="ja-JP" altLang="en-US" sz="1800" dirty="0"/>
              <a:t>検波回路</a:t>
            </a:r>
            <a:r>
              <a:rPr lang="en-US" altLang="ja-JP" sz="1800" dirty="0"/>
              <a:t>(LPF)</a:t>
            </a:r>
            <a:r>
              <a:rPr lang="ja-JP" altLang="en-US" sz="1800" dirty="0"/>
              <a:t> 包絡線抽出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EF55903A-CEEB-87F7-1374-9BF683F0C6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7671" y="4552407"/>
            <a:ext cx="3938897" cy="1930526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FD76B968-AD79-B236-9F84-DFA79F013A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9387" y="4563360"/>
            <a:ext cx="3808181" cy="191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2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5D260B87-8317-AAC7-DE4C-29162F26A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002" y="1484313"/>
            <a:ext cx="5719763" cy="5240578"/>
          </a:xfrm>
        </p:spPr>
        <p:txBody>
          <a:bodyPr/>
          <a:lstStyle/>
          <a:p>
            <a:r>
              <a:rPr lang="ja-JP" altLang="en-US" sz="1800" dirty="0"/>
              <a:t>入力信号</a:t>
            </a:r>
            <a:endParaRPr kumimoji="1" lang="en-US" altLang="ja-JP" sz="1800" dirty="0"/>
          </a:p>
          <a:p>
            <a:pPr lvl="1"/>
            <a:r>
              <a:rPr kumimoji="1" lang="en-US" altLang="ja-JP" sz="1400" dirty="0"/>
              <a:t>AM</a:t>
            </a:r>
            <a:r>
              <a:rPr kumimoji="1" lang="ja-JP" altLang="en-US" sz="1400" dirty="0"/>
              <a:t>ラジオ放送周波数</a:t>
            </a:r>
            <a:r>
              <a:rPr lang="en-US" altLang="ja-JP" sz="1400" dirty="0"/>
              <a:t>:</a:t>
            </a:r>
            <a:r>
              <a:rPr kumimoji="1" lang="ja-JP" altLang="en-US" sz="1400" dirty="0"/>
              <a:t> </a:t>
            </a:r>
            <a:r>
              <a:rPr kumimoji="1" lang="en-US" altLang="ja-JP" sz="1400" dirty="0"/>
              <a:t>531</a:t>
            </a:r>
            <a:r>
              <a:rPr kumimoji="1" lang="ja-JP" altLang="en-US" sz="1400" dirty="0"/>
              <a:t>～</a:t>
            </a:r>
            <a:r>
              <a:rPr kumimoji="1" lang="en-US" altLang="ja-JP" sz="1400" dirty="0"/>
              <a:t>1602KHz</a:t>
            </a:r>
          </a:p>
          <a:p>
            <a:pPr lvl="1"/>
            <a:r>
              <a:rPr kumimoji="1" lang="ja-JP" altLang="en-US" sz="1400" dirty="0"/>
              <a:t>最大変調度</a:t>
            </a:r>
            <a:r>
              <a:rPr kumimoji="1" lang="en-US" altLang="ja-JP" sz="1400" dirty="0"/>
              <a:t>: 100%</a:t>
            </a:r>
          </a:p>
          <a:p>
            <a:pPr lvl="1"/>
            <a:r>
              <a:rPr lang="ja-JP" altLang="en-US" sz="1400" dirty="0"/>
              <a:t>入力電圧振幅</a:t>
            </a:r>
            <a:r>
              <a:rPr lang="en-US" altLang="ja-JP" sz="1400" dirty="0"/>
              <a:t>: </a:t>
            </a:r>
            <a:r>
              <a:rPr kumimoji="1" lang="en-US" altLang="ja-JP" sz="1400" dirty="0"/>
              <a:t>1uV</a:t>
            </a:r>
            <a:r>
              <a:rPr kumimoji="1" lang="ja-JP" altLang="en-US" sz="1400" dirty="0"/>
              <a:t>～</a:t>
            </a:r>
            <a:r>
              <a:rPr kumimoji="1" lang="en-US" altLang="ja-JP" sz="1400" dirty="0"/>
              <a:t>1mV</a:t>
            </a:r>
          </a:p>
          <a:p>
            <a:r>
              <a:rPr lang="ja-JP" altLang="en-US" sz="1800" dirty="0"/>
              <a:t>出力信号</a:t>
            </a:r>
            <a:endParaRPr lang="en-US" altLang="ja-JP" sz="1800" dirty="0"/>
          </a:p>
          <a:p>
            <a:pPr lvl="1"/>
            <a:r>
              <a:rPr lang="ja-JP" altLang="en-US" sz="1400" dirty="0"/>
              <a:t>振幅電圧</a:t>
            </a:r>
            <a:r>
              <a:rPr lang="en-US" altLang="ja-JP" sz="1400" dirty="0"/>
              <a:t>: 0.1V</a:t>
            </a:r>
            <a:r>
              <a:rPr lang="ja-JP" altLang="en-US" sz="1400" dirty="0"/>
              <a:t>～</a:t>
            </a:r>
            <a:r>
              <a:rPr lang="en-US" altLang="ja-JP" sz="1400" dirty="0"/>
              <a:t>1V</a:t>
            </a:r>
          </a:p>
          <a:p>
            <a:r>
              <a:rPr lang="ja-JP" altLang="en-US" sz="1800" dirty="0"/>
              <a:t>高周波増幅回路の仕様</a:t>
            </a:r>
            <a:endParaRPr lang="en-US" altLang="ja-JP" sz="1800" dirty="0"/>
          </a:p>
          <a:p>
            <a:pPr lvl="1"/>
            <a:r>
              <a:rPr lang="ja-JP" altLang="en-US" sz="1400" dirty="0"/>
              <a:t>ゲイン最大</a:t>
            </a:r>
            <a:r>
              <a:rPr lang="en-US" altLang="ja-JP" sz="1400" dirty="0"/>
              <a:t> 1000</a:t>
            </a:r>
            <a:r>
              <a:rPr lang="ja-JP" altLang="en-US" sz="1400" dirty="0"/>
              <a:t>倍</a:t>
            </a:r>
            <a:r>
              <a:rPr lang="en-US" altLang="ja-JP" sz="1400" dirty="0"/>
              <a:t>(60dB)</a:t>
            </a:r>
          </a:p>
          <a:p>
            <a:pPr lvl="1"/>
            <a:r>
              <a:rPr lang="en-US" altLang="ja-JP" sz="1800" b="1" dirty="0">
                <a:solidFill>
                  <a:schemeClr val="accent2"/>
                </a:solidFill>
              </a:rPr>
              <a:t>GBW 100MHz</a:t>
            </a:r>
            <a:r>
              <a:rPr lang="ja-JP" altLang="en-US" sz="1800" b="1" dirty="0">
                <a:solidFill>
                  <a:schemeClr val="accent2"/>
                </a:solidFill>
              </a:rPr>
              <a:t>以上</a:t>
            </a:r>
            <a:r>
              <a:rPr lang="en-US" altLang="ja-JP" sz="1800" b="1" dirty="0">
                <a:solidFill>
                  <a:schemeClr val="accent2"/>
                </a:solidFill>
              </a:rPr>
              <a:t> </a:t>
            </a:r>
            <a:r>
              <a:rPr lang="en-US" altLang="ja-JP" sz="1400" dirty="0"/>
              <a:t>(</a:t>
            </a:r>
            <a:r>
              <a:rPr lang="ja-JP" altLang="en-US" sz="1400" dirty="0"/>
              <a:t>ゲイン</a:t>
            </a:r>
            <a:r>
              <a:rPr lang="en-US" altLang="ja-JP" sz="1400" dirty="0"/>
              <a:t>100</a:t>
            </a:r>
            <a:r>
              <a:rPr lang="ja-JP" altLang="en-US" sz="1400" dirty="0"/>
              <a:t>倍</a:t>
            </a:r>
            <a:r>
              <a:rPr lang="en-US" altLang="ja-JP" sz="1400" dirty="0"/>
              <a:t>@1MHz)</a:t>
            </a:r>
          </a:p>
          <a:p>
            <a:r>
              <a:rPr lang="ja-JP" altLang="en-US" sz="1800" dirty="0"/>
              <a:t>要求仕様</a:t>
            </a:r>
            <a:endParaRPr lang="en-US" altLang="ja-JP" sz="1800" dirty="0"/>
          </a:p>
          <a:p>
            <a:pPr lvl="1"/>
            <a:r>
              <a:rPr lang="ja-JP" altLang="en-US" sz="1400" dirty="0"/>
              <a:t>アンプ直線性良好</a:t>
            </a:r>
            <a:endParaRPr lang="en-US" altLang="ja-JP" sz="1400" dirty="0"/>
          </a:p>
          <a:p>
            <a:pPr lvl="1"/>
            <a:r>
              <a:rPr lang="ja-JP" altLang="en-US" sz="1400" dirty="0"/>
              <a:t>ゲイン調整可能</a:t>
            </a:r>
            <a:endParaRPr lang="en-US" altLang="ja-JP" sz="1400" dirty="0"/>
          </a:p>
          <a:p>
            <a:r>
              <a:rPr lang="ja-JP" altLang="en-US" sz="1800" dirty="0"/>
              <a:t>プロジェクトの方向性</a:t>
            </a:r>
            <a:endParaRPr lang="en-US" altLang="ja-JP" sz="1800" dirty="0"/>
          </a:p>
          <a:p>
            <a:pPr lvl="1"/>
            <a:r>
              <a:rPr lang="ja-JP" altLang="en-US" sz="1400" dirty="0"/>
              <a:t>使用可能総ピン数</a:t>
            </a:r>
            <a:r>
              <a:rPr lang="en-US" altLang="ja-JP" sz="1400" dirty="0"/>
              <a:t>:8</a:t>
            </a:r>
            <a:r>
              <a:rPr lang="ja-JP" altLang="en-US" sz="1400" dirty="0"/>
              <a:t>ピン（</a:t>
            </a:r>
            <a:r>
              <a:rPr lang="en-US" altLang="ja-JP" sz="1400" dirty="0"/>
              <a:t>VDD</a:t>
            </a:r>
            <a:r>
              <a:rPr lang="ja-JP" altLang="en-US" sz="1400" dirty="0"/>
              <a:t>込み</a:t>
            </a:r>
            <a:r>
              <a:rPr lang="en-US" altLang="ja-JP" sz="1400" dirty="0"/>
              <a:t>,VSS</a:t>
            </a:r>
            <a:r>
              <a:rPr lang="ja-JP" altLang="en-US" sz="1400" dirty="0"/>
              <a:t>は共通）</a:t>
            </a:r>
            <a:endParaRPr lang="en-US" altLang="ja-JP" sz="1400" dirty="0"/>
          </a:p>
          <a:p>
            <a:pPr lvl="1"/>
            <a:r>
              <a:rPr lang="en-US" altLang="ja-JP" sz="1400" b="1" dirty="0"/>
              <a:t>ISHI</a:t>
            </a:r>
            <a:r>
              <a:rPr lang="ja-JP" altLang="en-US" sz="1400" b="1" dirty="0"/>
              <a:t>会の初心者向けハンズオン</a:t>
            </a:r>
            <a:br>
              <a:rPr lang="en-US" altLang="ja-JP" sz="1400" b="1" dirty="0"/>
            </a:br>
            <a:r>
              <a:rPr lang="en-US" altLang="ja-JP" sz="1400" b="1" dirty="0"/>
              <a:t>(</a:t>
            </a:r>
            <a:r>
              <a:rPr lang="ja-JP" altLang="en-US" sz="1400" b="1" dirty="0"/>
              <a:t>インバータ</a:t>
            </a:r>
            <a:r>
              <a:rPr lang="en-US" altLang="ja-JP" sz="1400" b="1" dirty="0"/>
              <a:t>/</a:t>
            </a:r>
            <a:r>
              <a:rPr lang="ja-JP" altLang="en-US" sz="1400" b="1" dirty="0"/>
              <a:t>オペアンプ</a:t>
            </a:r>
            <a:r>
              <a:rPr lang="en-US" altLang="ja-JP" sz="1400" b="1" dirty="0"/>
              <a:t>)</a:t>
            </a:r>
            <a:r>
              <a:rPr lang="ja-JP" altLang="en-US" sz="1400" b="1" dirty="0"/>
              <a:t>で得た知識の延長線で作れる</a:t>
            </a:r>
            <a:endParaRPr lang="en-US" altLang="ja-JP" sz="1400" b="1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CA1FAFD-1A2A-DC4D-D8A7-1A7804AE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高周波増幅回路の</a:t>
            </a:r>
            <a:r>
              <a:rPr lang="ja-JP" altLang="en-US" dirty="0"/>
              <a:t>仕様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1FC898F-7C35-644E-32A3-E43942A15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27" name="表 26">
            <a:extLst>
              <a:ext uri="{FF2B5EF4-FFF2-40B4-BE49-F238E27FC236}">
                <a16:creationId xmlns:a16="http://schemas.microsoft.com/office/drawing/2014/main" id="{3BB5842B-4648-8F02-1A33-548724BB1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839012"/>
              </p:ext>
            </p:extLst>
          </p:nvPr>
        </p:nvGraphicFramePr>
        <p:xfrm>
          <a:off x="5324355" y="1983716"/>
          <a:ext cx="6696912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448">
                  <a:extLst>
                    <a:ext uri="{9D8B030D-6E8A-4147-A177-3AD203B41FA5}">
                      <a16:colId xmlns:a16="http://schemas.microsoft.com/office/drawing/2014/main" val="792281463"/>
                    </a:ext>
                  </a:extLst>
                </a:gridCol>
                <a:gridCol w="1825008">
                  <a:extLst>
                    <a:ext uri="{9D8B030D-6E8A-4147-A177-3AD203B41FA5}">
                      <a16:colId xmlns:a16="http://schemas.microsoft.com/office/drawing/2014/main" val="3965982441"/>
                    </a:ext>
                  </a:extLst>
                </a:gridCol>
                <a:gridCol w="1536060">
                  <a:extLst>
                    <a:ext uri="{9D8B030D-6E8A-4147-A177-3AD203B41FA5}">
                      <a16:colId xmlns:a16="http://schemas.microsoft.com/office/drawing/2014/main" val="1446153806"/>
                    </a:ext>
                  </a:extLst>
                </a:gridCol>
                <a:gridCol w="1812396">
                  <a:extLst>
                    <a:ext uri="{9D8B030D-6E8A-4147-A177-3AD203B41FA5}">
                      <a16:colId xmlns:a16="http://schemas.microsoft.com/office/drawing/2014/main" val="37313467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/>
                        <a:t>オペアンプ型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3</a:t>
                      </a:r>
                      <a:r>
                        <a:rPr kumimoji="1" lang="ja-JP" altLang="en-US" sz="1600" dirty="0"/>
                        <a:t>段</a:t>
                      </a:r>
                      <a:br>
                        <a:rPr kumimoji="1" lang="en-US" altLang="ja-JP" sz="1600" dirty="0"/>
                      </a:br>
                      <a:r>
                        <a:rPr kumimoji="1" lang="ja-JP" altLang="en-US" sz="1600" dirty="0"/>
                        <a:t>インバータ型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/>
                        <a:t>多段</a:t>
                      </a:r>
                      <a:br>
                        <a:rPr kumimoji="1" lang="en-US" altLang="ja-JP" sz="1600" dirty="0"/>
                      </a:br>
                      <a:r>
                        <a:rPr kumimoji="1" lang="ja-JP" altLang="en-US" sz="1600" dirty="0"/>
                        <a:t>カスコード型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6197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/>
                        <a:t>最大ゲイン</a:t>
                      </a:r>
                      <a:br>
                        <a:rPr kumimoji="1" lang="en-US" altLang="ja-JP" sz="1600" dirty="0"/>
                      </a:b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推定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solidFill>
                            <a:schemeClr val="bg1"/>
                          </a:solidFill>
                        </a:rPr>
                        <a:t>1000</a:t>
                      </a:r>
                      <a:r>
                        <a:rPr kumimoji="1" lang="ja-JP" altLang="en-US" sz="1600" dirty="0">
                          <a:solidFill>
                            <a:schemeClr val="bg1"/>
                          </a:solidFill>
                        </a:rPr>
                        <a:t>倍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/>
                        <a:t>数</a:t>
                      </a:r>
                      <a:r>
                        <a:rPr kumimoji="1" lang="en-US" altLang="ja-JP" sz="1600" dirty="0"/>
                        <a:t>100</a:t>
                      </a:r>
                      <a:r>
                        <a:rPr kumimoji="1" lang="ja-JP" altLang="en-US" sz="1600" dirty="0"/>
                        <a:t>倍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solidFill>
                            <a:schemeClr val="bg1"/>
                          </a:solidFill>
                        </a:rPr>
                        <a:t>数</a:t>
                      </a:r>
                      <a:r>
                        <a:rPr kumimoji="1" lang="en-US" altLang="ja-JP" sz="1600" dirty="0">
                          <a:solidFill>
                            <a:schemeClr val="bg1"/>
                          </a:solidFill>
                        </a:rPr>
                        <a:t>1000</a:t>
                      </a:r>
                      <a:r>
                        <a:rPr kumimoji="1" lang="ja-JP" altLang="en-US" sz="1600" dirty="0">
                          <a:solidFill>
                            <a:schemeClr val="bg1"/>
                          </a:solidFill>
                        </a:rPr>
                        <a:t>倍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06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/>
                        <a:t>ピン数</a:t>
                      </a:r>
                      <a:br>
                        <a:rPr kumimoji="1" lang="en-US" altLang="ja-JP" sz="1600" dirty="0"/>
                      </a:b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電源含む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kumimoji="1" lang="ja-JP" altLang="en-US" sz="1600" dirty="0">
                          <a:solidFill>
                            <a:schemeClr val="bg1"/>
                          </a:solidFill>
                        </a:rPr>
                        <a:t>ピン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kumimoji="1" lang="ja-JP" altLang="en-US" sz="1600" dirty="0">
                          <a:solidFill>
                            <a:schemeClr val="bg1"/>
                          </a:solidFill>
                        </a:rPr>
                        <a:t>ピン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kumimoji="1" lang="ja-JP" altLang="en-US" sz="1600" dirty="0">
                          <a:solidFill>
                            <a:schemeClr val="bg1"/>
                          </a:solidFill>
                        </a:rPr>
                        <a:t>ピン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157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/>
                        <a:t>直線性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solidFill>
                            <a:schemeClr val="bg1"/>
                          </a:solidFill>
                        </a:rPr>
                        <a:t>◎</a:t>
                      </a:r>
                      <a:br>
                        <a:rPr kumimoji="1" lang="en-US" altLang="ja-JP" sz="1600" dirty="0">
                          <a:solidFill>
                            <a:schemeClr val="bg1"/>
                          </a:solidFill>
                        </a:rPr>
                      </a:br>
                      <a:r>
                        <a:rPr kumimoji="1" lang="ja-JP" altLang="en-US" sz="12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外付</a:t>
                      </a:r>
                      <a:r>
                        <a:rPr kumimoji="1" lang="ja-JP" altLang="en-US" sz="1200" dirty="0">
                          <a:solidFill>
                            <a:schemeClr val="bg1"/>
                          </a:solidFill>
                        </a:rPr>
                        <a:t>帰還抵抗に依存</a:t>
                      </a:r>
                      <a:endParaRPr kumimoji="1" lang="ja-JP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solidFill>
                            <a:schemeClr val="bg1"/>
                          </a:solidFill>
                        </a:rPr>
                        <a:t>△</a:t>
                      </a:r>
                      <a:br>
                        <a:rPr kumimoji="1" lang="en-US" altLang="ja-JP" sz="1600" dirty="0">
                          <a:solidFill>
                            <a:schemeClr val="bg1"/>
                          </a:solidFill>
                        </a:rPr>
                      </a:br>
                      <a:r>
                        <a:rPr kumimoji="1" lang="en-US" altLang="ja-JP" sz="1200" dirty="0">
                          <a:solidFill>
                            <a:schemeClr val="bg1"/>
                          </a:solidFill>
                        </a:rPr>
                        <a:t>CMOS</a:t>
                      </a:r>
                      <a:r>
                        <a:rPr kumimoji="1" lang="ja-JP" altLang="en-US" sz="1200" dirty="0">
                          <a:solidFill>
                            <a:schemeClr val="bg1"/>
                          </a:solidFill>
                        </a:rPr>
                        <a:t>特性に依存</a:t>
                      </a:r>
                      <a:endParaRPr kumimoji="1" lang="ja-JP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solidFill>
                            <a:schemeClr val="bg1"/>
                          </a:solidFill>
                        </a:rPr>
                        <a:t>△</a:t>
                      </a:r>
                      <a:br>
                        <a:rPr kumimoji="1" lang="en-US" altLang="ja-JP" sz="1600" dirty="0">
                          <a:solidFill>
                            <a:schemeClr val="bg1"/>
                          </a:solidFill>
                        </a:rPr>
                      </a:br>
                      <a:r>
                        <a:rPr kumimoji="1" lang="en-US" altLang="ja-JP" sz="1200" dirty="0">
                          <a:solidFill>
                            <a:schemeClr val="bg1"/>
                          </a:solidFill>
                        </a:rPr>
                        <a:t>CMOS</a:t>
                      </a:r>
                      <a:r>
                        <a:rPr kumimoji="1" lang="ja-JP" altLang="en-US" sz="1200" dirty="0">
                          <a:solidFill>
                            <a:schemeClr val="bg1"/>
                          </a:solidFill>
                        </a:rPr>
                        <a:t>特性に依存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163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/>
                        <a:t>ゲイン調整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solidFill>
                            <a:schemeClr val="bg1"/>
                          </a:solidFill>
                        </a:rPr>
                        <a:t>◎</a:t>
                      </a:r>
                      <a:br>
                        <a:rPr kumimoji="1" lang="en-US" altLang="ja-JP" sz="1600" dirty="0">
                          <a:solidFill>
                            <a:schemeClr val="bg1"/>
                          </a:solidFill>
                        </a:rPr>
                      </a:br>
                      <a:r>
                        <a:rPr kumimoji="1" lang="ja-JP" altLang="en-US" sz="1200" dirty="0">
                          <a:solidFill>
                            <a:schemeClr val="bg1"/>
                          </a:solidFill>
                        </a:rPr>
                        <a:t>帰還抵抗変更で可</a:t>
                      </a:r>
                      <a:endParaRPr kumimoji="1" lang="ja-JP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>
                          <a:solidFill>
                            <a:schemeClr val="bg1"/>
                          </a:solidFill>
                        </a:rPr>
                        <a:t>×</a:t>
                      </a:r>
                      <a:br>
                        <a:rPr kumimoji="1" lang="en-US" altLang="ja-JP" sz="1600" dirty="0">
                          <a:solidFill>
                            <a:schemeClr val="bg1"/>
                          </a:solidFill>
                        </a:rPr>
                      </a:br>
                      <a:r>
                        <a:rPr kumimoji="1" lang="ja-JP" altLang="en-US" sz="1200" dirty="0">
                          <a:solidFill>
                            <a:schemeClr val="bg1"/>
                          </a:solidFill>
                        </a:rPr>
                        <a:t>変更不可</a:t>
                      </a:r>
                      <a:endParaRPr kumimoji="1" lang="ja-JP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solidFill>
                            <a:schemeClr val="bg1"/>
                          </a:solidFill>
                        </a:rPr>
                        <a:t>◎</a:t>
                      </a:r>
                      <a:br>
                        <a:rPr kumimoji="1" lang="en-US" altLang="ja-JP" sz="2000" dirty="0">
                          <a:solidFill>
                            <a:schemeClr val="bg1"/>
                          </a:solidFill>
                        </a:rPr>
                      </a:br>
                      <a:r>
                        <a:rPr kumimoji="1" lang="ja-JP" altLang="en-US" sz="1200" dirty="0">
                          <a:solidFill>
                            <a:schemeClr val="bg1"/>
                          </a:solidFill>
                        </a:rPr>
                        <a:t>バイアス電流変更で可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020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/>
                        <a:t>最大</a:t>
                      </a:r>
                      <a:r>
                        <a:rPr kumimoji="1" lang="en-US" altLang="ja-JP" sz="1600" dirty="0"/>
                        <a:t>GBW</a:t>
                      </a:r>
                      <a:br>
                        <a:rPr kumimoji="1" lang="en-US" altLang="ja-JP" sz="1600" dirty="0"/>
                      </a:b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推定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>
                          <a:solidFill>
                            <a:schemeClr val="tx1"/>
                          </a:solidFill>
                        </a:rPr>
                        <a:t>100MHz</a:t>
                      </a:r>
                      <a:endParaRPr kumimoji="1" lang="ja-JP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solidFill>
                            <a:schemeClr val="bg1"/>
                          </a:solidFill>
                        </a:rPr>
                        <a:t>数</a:t>
                      </a:r>
                      <a:r>
                        <a:rPr kumimoji="1" lang="en-US" altLang="ja-JP" sz="1600" dirty="0">
                          <a:solidFill>
                            <a:schemeClr val="bg1"/>
                          </a:solidFill>
                        </a:rPr>
                        <a:t>10MHz</a:t>
                      </a:r>
                      <a:endParaRPr kumimoji="1" lang="ja-JP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solidFill>
                            <a:schemeClr val="bg1"/>
                          </a:solidFill>
                        </a:rPr>
                        <a:t>数</a:t>
                      </a:r>
                      <a:r>
                        <a:rPr kumimoji="1" lang="en-US" altLang="ja-JP" sz="1600" dirty="0">
                          <a:solidFill>
                            <a:schemeClr val="bg1"/>
                          </a:solidFill>
                        </a:rPr>
                        <a:t>100MHz</a:t>
                      </a:r>
                      <a:endParaRPr kumimoji="1" lang="ja-JP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96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ISHI</a:t>
                      </a:r>
                      <a:r>
                        <a:rPr kumimoji="1" lang="ja-JP" altLang="en-US" sz="1600" dirty="0"/>
                        <a:t>会</a:t>
                      </a:r>
                      <a:br>
                        <a:rPr kumimoji="1" lang="en-US" altLang="ja-JP" sz="1600" dirty="0"/>
                      </a:br>
                      <a:r>
                        <a:rPr kumimoji="1" lang="ja-JP" altLang="en-US" sz="1600" dirty="0"/>
                        <a:t>ハンズオンの</a:t>
                      </a:r>
                      <a:br>
                        <a:rPr kumimoji="1" lang="en-US" altLang="ja-JP" sz="1600" dirty="0"/>
                      </a:br>
                      <a:r>
                        <a:rPr kumimoji="1" lang="ja-JP" altLang="en-US" sz="1600" dirty="0"/>
                        <a:t>関連性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solidFill>
                            <a:schemeClr val="bg1"/>
                          </a:solidFill>
                        </a:rPr>
                        <a:t>◎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solidFill>
                            <a:schemeClr val="bg1"/>
                          </a:solidFill>
                        </a:rPr>
                        <a:t>◎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10475"/>
                  </a:ext>
                </a:extLst>
              </a:tr>
            </a:tbl>
          </a:graphicData>
        </a:graphic>
      </p:graphicFrame>
      <p:sp>
        <p:nvSpPr>
          <p:cNvPr id="30" name="コンテンツ プレースホルダー 29">
            <a:extLst>
              <a:ext uri="{FF2B5EF4-FFF2-40B4-BE49-F238E27FC236}">
                <a16:creationId xmlns:a16="http://schemas.microsoft.com/office/drawing/2014/main" id="{1446C581-1120-6EDB-4DEB-CCE6EE3DD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484313"/>
            <a:ext cx="5720400" cy="934796"/>
          </a:xfrm>
        </p:spPr>
        <p:txBody>
          <a:bodyPr/>
          <a:lstStyle/>
          <a:p>
            <a:r>
              <a:rPr lang="ja-JP" altLang="en-US" dirty="0"/>
              <a:t>回路方式の比較検討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40A91B0B-18F8-7F52-ADFC-B4CF79F0FCF9}"/>
              </a:ext>
            </a:extLst>
          </p:cNvPr>
          <p:cNvSpPr txBox="1"/>
          <p:nvPr/>
        </p:nvSpPr>
        <p:spPr>
          <a:xfrm>
            <a:off x="6171237" y="6327024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/>
              <a:t>結論：速度に全振りした超高速オペアンプを作る</a:t>
            </a:r>
          </a:p>
        </p:txBody>
      </p:sp>
    </p:spTree>
    <p:extLst>
      <p:ext uri="{BB962C8B-B14F-4D97-AF65-F5344CB8AC3E}">
        <p14:creationId xmlns:p14="http://schemas.microsoft.com/office/powerpoint/2010/main" val="1588908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94A4E-A12B-9D89-54B0-A8A5EBC4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E9D04ADF-4DD6-A296-CF9E-BD1D8AB64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テレスコピック・カスコード・</a:t>
            </a:r>
            <a:r>
              <a:rPr kumimoji="1" lang="en-US" altLang="ja-JP" dirty="0"/>
              <a:t>2</a:t>
            </a:r>
            <a:r>
              <a:rPr kumimoji="1" lang="ja-JP" altLang="en-US" dirty="0"/>
              <a:t>段オペアンプ</a:t>
            </a:r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C86D9FEA-517A-4544-588A-B5576FBD6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高周波増幅回路の設計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83804CB-30A7-8E8B-EE9B-202651123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6</a:t>
            </a:fld>
            <a:endParaRPr lang="en-US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752AD111-1C9E-0B39-6AA7-9FE2CEBACA16}"/>
              </a:ext>
            </a:extLst>
          </p:cNvPr>
          <p:cNvGrpSpPr/>
          <p:nvPr/>
        </p:nvGrpSpPr>
        <p:grpSpPr>
          <a:xfrm>
            <a:off x="300037" y="1990551"/>
            <a:ext cx="11427322" cy="4769064"/>
            <a:chOff x="300037" y="1990551"/>
            <a:chExt cx="11427322" cy="4769064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76C42EDC-9AB9-7EB5-8F7A-D892F3EE5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037" y="1990551"/>
              <a:ext cx="11427322" cy="4769064"/>
            </a:xfrm>
            <a:prstGeom prst="rect">
              <a:avLst/>
            </a:prstGeom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A8246459-2A31-E294-082C-020B458D7D40}"/>
                </a:ext>
              </a:extLst>
            </p:cNvPr>
            <p:cNvSpPr txBox="1"/>
            <p:nvPr/>
          </p:nvSpPr>
          <p:spPr>
            <a:xfrm>
              <a:off x="5828503" y="2126725"/>
              <a:ext cx="554427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ja-JP" sz="1400" dirty="0">
                  <a:solidFill>
                    <a:schemeClr val="bg1"/>
                  </a:solidFill>
                </a:rPr>
                <a:t>1.</a:t>
              </a:r>
              <a:r>
                <a:rPr kumimoji="1" lang="ja-JP" altLang="en-US" sz="1400" dirty="0">
                  <a:solidFill>
                    <a:schemeClr val="bg1"/>
                  </a:solidFill>
                </a:rPr>
                <a:t>入力段を</a:t>
              </a:r>
              <a:r>
                <a:rPr kumimoji="1" lang="en-US" altLang="ja-JP" sz="1400" dirty="0">
                  <a:solidFill>
                    <a:schemeClr val="bg1"/>
                  </a:solidFill>
                </a:rPr>
                <a:t>NMOS: gm/</a:t>
              </a:r>
              <a:r>
                <a:rPr kumimoji="1" lang="en-US" altLang="ja-JP" sz="1400" dirty="0" err="1">
                  <a:solidFill>
                    <a:schemeClr val="bg1"/>
                  </a:solidFill>
                </a:rPr>
                <a:t>Cgg</a:t>
              </a:r>
              <a:r>
                <a:rPr kumimoji="1" lang="ja-JP" altLang="en-US" sz="1400" dirty="0">
                  <a:solidFill>
                    <a:schemeClr val="bg1"/>
                  </a:solidFill>
                </a:rPr>
                <a:t>を稼ぐ</a:t>
              </a:r>
            </a:p>
            <a:p>
              <a:pPr algn="l"/>
              <a:r>
                <a:rPr kumimoji="1" lang="en-US" altLang="ja-JP" sz="1400" dirty="0">
                  <a:solidFill>
                    <a:schemeClr val="bg1"/>
                  </a:solidFill>
                </a:rPr>
                <a:t>2.</a:t>
              </a:r>
              <a:r>
                <a:rPr kumimoji="1" lang="ja-JP" altLang="en-US" sz="1400" dirty="0">
                  <a:solidFill>
                    <a:schemeClr val="bg1"/>
                  </a:solidFill>
                </a:rPr>
                <a:t>カスコード接続：出力抵抗を高くしてゲインを稼ぐ</a:t>
              </a:r>
              <a:endParaRPr kumimoji="1" lang="en-US" altLang="ja-JP" sz="1400" dirty="0">
                <a:solidFill>
                  <a:schemeClr val="bg1"/>
                </a:solidFill>
              </a:endParaRPr>
            </a:p>
            <a:p>
              <a:pPr algn="l"/>
              <a:r>
                <a:rPr kumimoji="1" lang="en-US" altLang="ja-JP" sz="1400" dirty="0">
                  <a:solidFill>
                    <a:schemeClr val="bg1"/>
                  </a:solidFill>
                </a:rPr>
                <a:t>3.</a:t>
              </a:r>
              <a:r>
                <a:rPr kumimoji="1" lang="ja-JP" altLang="en-US" sz="1400" dirty="0">
                  <a:solidFill>
                    <a:schemeClr val="bg1"/>
                  </a:solidFill>
                </a:rPr>
                <a:t>位相補償コンデンサは</a:t>
              </a:r>
              <a:r>
                <a:rPr lang="ja-JP" altLang="en-US" sz="1400" dirty="0">
                  <a:solidFill>
                    <a:schemeClr val="bg1"/>
                  </a:solidFill>
                </a:rPr>
                <a:t>必要</a:t>
              </a:r>
              <a:r>
                <a:rPr kumimoji="1" lang="ja-JP" altLang="en-US" sz="1400" dirty="0">
                  <a:solidFill>
                    <a:schemeClr val="bg1"/>
                  </a:solidFill>
                </a:rPr>
                <a:t>最小容量</a:t>
              </a:r>
            </a:p>
            <a:p>
              <a:pPr algn="l"/>
              <a:r>
                <a:rPr lang="en-US" altLang="ja-JP" sz="1400" dirty="0">
                  <a:solidFill>
                    <a:schemeClr val="bg1"/>
                  </a:solidFill>
                </a:rPr>
                <a:t>4</a:t>
              </a:r>
              <a:r>
                <a:rPr kumimoji="1" lang="en-US" altLang="ja-JP" sz="1400" dirty="0">
                  <a:solidFill>
                    <a:schemeClr val="bg1"/>
                  </a:solidFill>
                </a:rPr>
                <a:t>.</a:t>
              </a:r>
              <a:r>
                <a:rPr kumimoji="1" lang="ja-JP" altLang="en-US" sz="1400" dirty="0">
                  <a:solidFill>
                    <a:schemeClr val="bg1"/>
                  </a:solidFill>
                </a:rPr>
                <a:t>出力段をコモンソース：出力抵抗を下げる</a:t>
              </a: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AA5A6C5E-D793-3348-6C0F-EA724AEA8588}"/>
                </a:ext>
              </a:extLst>
            </p:cNvPr>
            <p:cNvSpPr/>
            <p:nvPr/>
          </p:nvSpPr>
          <p:spPr>
            <a:xfrm>
              <a:off x="3680749" y="4386805"/>
              <a:ext cx="1944547" cy="636608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kumimoji="1" lang="ja-JP" altLang="en-US" dirty="0" err="1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710D88CA-6453-7C7E-48FD-C00C21B8A613}"/>
                </a:ext>
              </a:extLst>
            </p:cNvPr>
            <p:cNvSpPr txBox="1"/>
            <p:nvPr/>
          </p:nvSpPr>
          <p:spPr>
            <a:xfrm>
              <a:off x="3386843" y="4705109"/>
              <a:ext cx="2674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ja-JP" dirty="0">
                  <a:solidFill>
                    <a:schemeClr val="accent2"/>
                  </a:solidFill>
                </a:rPr>
                <a:t>1</a:t>
              </a:r>
              <a:endParaRPr kumimoji="1" lang="ja-JP" altLang="en-US" dirty="0" err="1">
                <a:solidFill>
                  <a:schemeClr val="accent2"/>
                </a:solidFill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4FDE0855-1802-9349-EBA9-22A87F43AB72}"/>
                </a:ext>
              </a:extLst>
            </p:cNvPr>
            <p:cNvSpPr/>
            <p:nvPr/>
          </p:nvSpPr>
          <p:spPr>
            <a:xfrm>
              <a:off x="3889094" y="3819645"/>
              <a:ext cx="1655179" cy="477465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kumimoji="1" lang="ja-JP" altLang="en-US" dirty="0" err="1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749B8476-D0CC-2179-2997-8338C7671537}"/>
                </a:ext>
              </a:extLst>
            </p:cNvPr>
            <p:cNvSpPr txBox="1"/>
            <p:nvPr/>
          </p:nvSpPr>
          <p:spPr>
            <a:xfrm>
              <a:off x="3621596" y="3701178"/>
              <a:ext cx="2674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ja-JP" dirty="0">
                  <a:solidFill>
                    <a:schemeClr val="accent2"/>
                  </a:solidFill>
                </a:rPr>
                <a:t>2</a:t>
              </a:r>
              <a:endParaRPr kumimoji="1" lang="ja-JP" altLang="en-US" dirty="0" err="1">
                <a:solidFill>
                  <a:schemeClr val="accent2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67293EF6-ABE7-1DA5-A1E9-6A626825531C}"/>
                </a:ext>
              </a:extLst>
            </p:cNvPr>
            <p:cNvSpPr/>
            <p:nvPr/>
          </p:nvSpPr>
          <p:spPr>
            <a:xfrm>
              <a:off x="10076718" y="4253167"/>
              <a:ext cx="1533543" cy="1839658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kumimoji="1" lang="ja-JP" altLang="en-US" dirty="0" err="1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E29611C-0BF1-669F-3B92-478DC5781346}"/>
                </a:ext>
              </a:extLst>
            </p:cNvPr>
            <p:cNvSpPr txBox="1"/>
            <p:nvPr/>
          </p:nvSpPr>
          <p:spPr>
            <a:xfrm>
              <a:off x="10096606" y="3885844"/>
              <a:ext cx="2674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ja-JP" dirty="0">
                  <a:solidFill>
                    <a:schemeClr val="accent2"/>
                  </a:solidFill>
                </a:rPr>
                <a:t>4</a:t>
              </a:r>
              <a:endParaRPr kumimoji="1" lang="ja-JP" altLang="en-US" dirty="0" err="1">
                <a:solidFill>
                  <a:schemeClr val="accent2"/>
                </a:solidFill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D885B966-C643-E2A2-B7D1-3446C7FB6157}"/>
                </a:ext>
              </a:extLst>
            </p:cNvPr>
            <p:cNvSpPr txBox="1"/>
            <p:nvPr/>
          </p:nvSpPr>
          <p:spPr>
            <a:xfrm>
              <a:off x="1008155" y="6330968"/>
              <a:ext cx="1297684" cy="369332"/>
            </a:xfrm>
            <a:prstGeom prst="rect">
              <a:avLst/>
            </a:prstGeom>
            <a:solidFill>
              <a:srgbClr val="00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dirty="0">
                  <a:solidFill>
                    <a:schemeClr val="bg1"/>
                  </a:solidFill>
                </a:rPr>
                <a:t>バイアス</a:t>
              </a:r>
              <a:endParaRPr kumimoji="1" lang="ja-JP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CAC75D61-2AA6-507D-0225-5CD0E36D0680}"/>
                </a:ext>
              </a:extLst>
            </p:cNvPr>
            <p:cNvSpPr txBox="1"/>
            <p:nvPr/>
          </p:nvSpPr>
          <p:spPr>
            <a:xfrm>
              <a:off x="3781707" y="6103054"/>
              <a:ext cx="1869952" cy="646331"/>
            </a:xfrm>
            <a:prstGeom prst="rect">
              <a:avLst/>
            </a:prstGeom>
            <a:solidFill>
              <a:srgbClr val="00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>
                  <a:solidFill>
                    <a:schemeClr val="bg1"/>
                  </a:solidFill>
                </a:rPr>
                <a:t>カスコード接続差動増幅器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B06A81ED-204D-E2BD-B43D-D1A9D7F5F597}"/>
                </a:ext>
              </a:extLst>
            </p:cNvPr>
            <p:cNvSpPr txBox="1"/>
            <p:nvPr/>
          </p:nvSpPr>
          <p:spPr>
            <a:xfrm>
              <a:off x="7117572" y="6347902"/>
              <a:ext cx="1869952" cy="369332"/>
            </a:xfrm>
            <a:prstGeom prst="rect">
              <a:avLst/>
            </a:prstGeom>
            <a:solidFill>
              <a:srgbClr val="00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>
                  <a:solidFill>
                    <a:schemeClr val="bg1"/>
                  </a:solidFill>
                </a:rPr>
                <a:t>位相補償</a:t>
              </a: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6DC2ACD5-0EA0-A87A-15CE-A67B44B09E51}"/>
                </a:ext>
              </a:extLst>
            </p:cNvPr>
            <p:cNvSpPr txBox="1"/>
            <p:nvPr/>
          </p:nvSpPr>
          <p:spPr>
            <a:xfrm>
              <a:off x="10230355" y="6328917"/>
              <a:ext cx="1379906" cy="369332"/>
            </a:xfrm>
            <a:prstGeom prst="rect">
              <a:avLst/>
            </a:prstGeom>
            <a:solidFill>
              <a:srgbClr val="00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>
                  <a:solidFill>
                    <a:schemeClr val="bg1"/>
                  </a:solidFill>
                </a:rPr>
                <a:t>出力段</a:t>
              </a: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49ED547A-70A3-A25E-BB58-F5753A595A4F}"/>
                </a:ext>
              </a:extLst>
            </p:cNvPr>
            <p:cNvSpPr txBox="1"/>
            <p:nvPr/>
          </p:nvSpPr>
          <p:spPr>
            <a:xfrm>
              <a:off x="8720027" y="3366350"/>
              <a:ext cx="2674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ja-JP" dirty="0">
                  <a:solidFill>
                    <a:schemeClr val="accent2"/>
                  </a:solidFill>
                </a:rPr>
                <a:t>3</a:t>
              </a:r>
              <a:endParaRPr kumimoji="1" lang="ja-JP" altLang="en-US" dirty="0" err="1">
                <a:solidFill>
                  <a:schemeClr val="accent2"/>
                </a:solidFill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BDE502EB-0F35-43BC-221C-B5E8907C4F5D}"/>
                </a:ext>
              </a:extLst>
            </p:cNvPr>
            <p:cNvSpPr/>
            <p:nvPr/>
          </p:nvSpPr>
          <p:spPr>
            <a:xfrm>
              <a:off x="8537663" y="3655908"/>
              <a:ext cx="1097226" cy="944968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kumimoji="1" lang="ja-JP" altLang="en-US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4209009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13E732-238A-F6E4-E919-BE07608501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altLang="en-US" sz="2000" dirty="0"/>
              <a:t>目標値</a:t>
            </a:r>
            <a:endParaRPr lang="en-US" altLang="ja-JP" sz="2000" dirty="0"/>
          </a:p>
          <a:p>
            <a:pPr lvl="1"/>
            <a:r>
              <a:rPr lang="ja-JP" altLang="en-US" sz="1600" dirty="0"/>
              <a:t>最大</a:t>
            </a:r>
            <a:r>
              <a:rPr kumimoji="1" lang="ja-JP" altLang="en-US" sz="1600" dirty="0"/>
              <a:t>増幅度</a:t>
            </a:r>
            <a:r>
              <a:rPr kumimoji="1" lang="en-US" altLang="ja-JP" sz="1600" dirty="0"/>
              <a:t>:</a:t>
            </a:r>
            <a:r>
              <a:rPr kumimoji="1" lang="ja-JP" altLang="en-US" sz="1600" dirty="0"/>
              <a:t>　</a:t>
            </a:r>
            <a:r>
              <a:rPr kumimoji="1" lang="en-US" altLang="ja-JP" sz="1600" dirty="0"/>
              <a:t>1000</a:t>
            </a:r>
            <a:r>
              <a:rPr kumimoji="1" lang="ja-JP" altLang="en-US" sz="1600" dirty="0"/>
              <a:t>倍</a:t>
            </a:r>
            <a:r>
              <a:rPr kumimoji="1" lang="en-US" altLang="ja-JP" sz="1600" dirty="0"/>
              <a:t>(60dB)</a:t>
            </a:r>
          </a:p>
          <a:p>
            <a:pPr lvl="1"/>
            <a:r>
              <a:rPr lang="en-US" altLang="ja-JP" sz="1600" b="1" dirty="0">
                <a:solidFill>
                  <a:schemeClr val="accent2"/>
                </a:solidFill>
              </a:rPr>
              <a:t>GBW 100MHz</a:t>
            </a:r>
            <a:r>
              <a:rPr lang="ja-JP" altLang="en-US" sz="1600" dirty="0"/>
              <a:t>以上</a:t>
            </a:r>
            <a:r>
              <a:rPr lang="en-US" altLang="ja-JP" sz="1600" dirty="0"/>
              <a:t> (</a:t>
            </a:r>
            <a:r>
              <a:rPr lang="ja-JP" altLang="en-US" sz="1600" dirty="0"/>
              <a:t>ゲイン</a:t>
            </a:r>
            <a:r>
              <a:rPr lang="en-US" altLang="ja-JP" sz="1600" dirty="0"/>
              <a:t>100</a:t>
            </a:r>
            <a:r>
              <a:rPr lang="ja-JP" altLang="en-US" sz="1600" dirty="0"/>
              <a:t>倍</a:t>
            </a:r>
            <a:r>
              <a:rPr lang="en-US" altLang="ja-JP" sz="1600" dirty="0"/>
              <a:t>@1MHz)</a:t>
            </a:r>
          </a:p>
          <a:p>
            <a:r>
              <a:rPr kumimoji="1" lang="ja-JP" altLang="en-US" sz="2000" dirty="0"/>
              <a:t>負荷条件：抵抗 </a:t>
            </a:r>
            <a:r>
              <a:rPr kumimoji="1" lang="en-US" altLang="ja-JP" sz="2000" dirty="0"/>
              <a:t>100k</a:t>
            </a:r>
            <a:r>
              <a:rPr kumimoji="1" lang="ja-JP" altLang="en-US" sz="2000" dirty="0"/>
              <a:t>オーム</a:t>
            </a:r>
            <a:r>
              <a:rPr kumimoji="1" lang="en-US" altLang="ja-JP" sz="2000" dirty="0"/>
              <a:t>+24pF</a:t>
            </a:r>
            <a:r>
              <a:rPr kumimoji="1" lang="ja-JP" altLang="en-US" sz="2000" dirty="0"/>
              <a:t>コンデンサ</a:t>
            </a:r>
            <a:endParaRPr kumimoji="1" lang="en-US" altLang="ja-JP" sz="2000" dirty="0"/>
          </a:p>
          <a:p>
            <a:r>
              <a:rPr lang="ja-JP" altLang="en-US" sz="2000" dirty="0"/>
              <a:t>解析条件：</a:t>
            </a:r>
            <a:endParaRPr lang="en-US" altLang="ja-JP" sz="2000" dirty="0"/>
          </a:p>
          <a:p>
            <a:pPr lvl="1"/>
            <a:r>
              <a:rPr lang="en-US" altLang="ja-JP" sz="1600" dirty="0"/>
              <a:t>DC</a:t>
            </a:r>
            <a:r>
              <a:rPr lang="ja-JP" altLang="en-US" sz="1600" dirty="0"/>
              <a:t>解析</a:t>
            </a:r>
            <a:r>
              <a:rPr lang="en-US" altLang="ja-JP" sz="1600" dirty="0"/>
              <a:t>: </a:t>
            </a:r>
            <a:r>
              <a:rPr lang="ja-JP" altLang="en-US" sz="1600" dirty="0"/>
              <a:t>入力</a:t>
            </a:r>
            <a:r>
              <a:rPr lang="en-US" altLang="ja-JP" sz="1600" dirty="0"/>
              <a:t>0-5V</a:t>
            </a:r>
          </a:p>
          <a:p>
            <a:pPr lvl="1"/>
            <a:r>
              <a:rPr lang="en-US" altLang="ja-JP" sz="1600" dirty="0"/>
              <a:t>AC</a:t>
            </a:r>
            <a:r>
              <a:rPr lang="ja-JP" altLang="en-US" sz="1600" dirty="0"/>
              <a:t>解析</a:t>
            </a:r>
            <a:r>
              <a:rPr lang="en-US" altLang="ja-JP" sz="1600" dirty="0"/>
              <a:t>:</a:t>
            </a:r>
            <a:r>
              <a:rPr lang="ja-JP" altLang="en-US" sz="1600" dirty="0"/>
              <a:t>入力 </a:t>
            </a:r>
            <a:r>
              <a:rPr lang="en-US" altLang="ja-JP" sz="1600" dirty="0"/>
              <a:t>1KHz-1MHz,</a:t>
            </a:r>
          </a:p>
          <a:p>
            <a:pPr lvl="1"/>
            <a:r>
              <a:rPr lang="en-US" altLang="ja-JP" sz="1600" dirty="0"/>
              <a:t>TRAN</a:t>
            </a:r>
            <a:r>
              <a:rPr lang="ja-JP" altLang="en-US" sz="1600" dirty="0"/>
              <a:t>解析</a:t>
            </a:r>
            <a:r>
              <a:rPr lang="en-US" altLang="ja-JP" sz="1600" dirty="0"/>
              <a:t>:</a:t>
            </a:r>
            <a:r>
              <a:rPr lang="ja-JP" altLang="en-US" sz="1600" dirty="0"/>
              <a:t>入力</a:t>
            </a:r>
            <a:r>
              <a:rPr lang="en-US" altLang="ja-JP" sz="1600" dirty="0"/>
              <a:t>500KHz,1mVp-p</a:t>
            </a:r>
            <a:endParaRPr kumimoji="1" lang="en-US" altLang="ja-JP" sz="1600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2B44EF72-7D7E-DDD0-0455-9FD7A19E2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高周波増幅回路の特性評価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17151D4-1E6E-CC61-8C0C-0BDA1427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7</a:t>
            </a:fld>
            <a:endParaRPr lang="en-US"/>
          </a:p>
        </p:txBody>
      </p:sp>
      <p:pic>
        <p:nvPicPr>
          <p:cNvPr id="9" name="コンテンツ プレースホルダー 6">
            <a:extLst>
              <a:ext uri="{FF2B5EF4-FFF2-40B4-BE49-F238E27FC236}">
                <a16:creationId xmlns:a16="http://schemas.microsoft.com/office/drawing/2014/main" id="{F56167E7-8C30-D153-3A58-30499251B8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14497" y="1640226"/>
            <a:ext cx="5460657" cy="343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938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681EA572-F5AA-7473-C98C-D9EBB04F1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0509" y="1484313"/>
            <a:ext cx="2401454" cy="460851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ja-JP" sz="2000" dirty="0"/>
              <a:t>DC</a:t>
            </a:r>
            <a:r>
              <a:rPr lang="ja-JP" altLang="en-US" sz="2000" dirty="0"/>
              <a:t>ゲイン </a:t>
            </a:r>
            <a:r>
              <a:rPr lang="en-US" altLang="ja-JP" sz="2000" dirty="0"/>
              <a:t>1000</a:t>
            </a:r>
            <a:r>
              <a:rPr lang="ja-JP" altLang="en-US" sz="2000" dirty="0"/>
              <a:t>倍</a:t>
            </a: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ja-JP" sz="2000" dirty="0"/>
              <a:t>GBW 100MHz</a:t>
            </a:r>
            <a:br>
              <a:rPr kumimoji="1" lang="en-US" altLang="ja-JP" sz="2000" dirty="0"/>
            </a:br>
            <a:r>
              <a:rPr kumimoji="1" lang="en-US" altLang="ja-JP" sz="2000" dirty="0"/>
              <a:t>(40db@1MHz)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 sz="2000" dirty="0"/>
              <a:t>出力波形</a:t>
            </a:r>
            <a:br>
              <a:rPr kumimoji="1" lang="en-US" altLang="ja-JP" sz="2000" dirty="0"/>
            </a:br>
            <a:r>
              <a:rPr kumimoji="1" lang="ja-JP" altLang="en-US" sz="2000" dirty="0"/>
              <a:t>クリッピングなし</a:t>
            </a:r>
            <a:endParaRPr kumimoji="1" lang="en-US" altLang="ja-JP" sz="2000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3912493-B7ED-3048-2343-09F36F4A0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高周波増幅回路の評価結果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57ABD4-2479-8894-B52A-D475C6E8D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8</a:t>
            </a:fld>
            <a:endParaRPr lang="en-US"/>
          </a:p>
        </p:txBody>
      </p:sp>
      <p:pic>
        <p:nvPicPr>
          <p:cNvPr id="5" name="図 4" descr="tb_cascode_opamp_result.png">
            <a:extLst>
              <a:ext uri="{FF2B5EF4-FFF2-40B4-BE49-F238E27FC236}">
                <a16:creationId xmlns:a16="http://schemas.microsoft.com/office/drawing/2014/main" id="{E5BB9D6A-D711-DF49-069C-6A5969F3F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66" y="1304924"/>
            <a:ext cx="9146405" cy="487485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F67B381-459B-6A30-A052-466DDB38EF98}"/>
              </a:ext>
            </a:extLst>
          </p:cNvPr>
          <p:cNvSpPr txBox="1"/>
          <p:nvPr/>
        </p:nvSpPr>
        <p:spPr>
          <a:xfrm>
            <a:off x="1093670" y="4159900"/>
            <a:ext cx="54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b="1" dirty="0">
                <a:solidFill>
                  <a:schemeClr val="accent2"/>
                </a:solidFill>
              </a:rPr>
              <a:t>1.</a:t>
            </a:r>
            <a:endParaRPr kumimoji="1" lang="ja-JP" altLang="en-US" b="1" dirty="0" err="1">
              <a:solidFill>
                <a:schemeClr val="accent2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FA4751E-D3BE-D0B6-1FB7-13D4DBE71142}"/>
              </a:ext>
            </a:extLst>
          </p:cNvPr>
          <p:cNvSpPr txBox="1"/>
          <p:nvPr/>
        </p:nvSpPr>
        <p:spPr>
          <a:xfrm>
            <a:off x="5906302" y="2240517"/>
            <a:ext cx="54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b="1" dirty="0">
                <a:solidFill>
                  <a:schemeClr val="accent2"/>
                </a:solidFill>
              </a:rPr>
              <a:t>2.</a:t>
            </a:r>
            <a:endParaRPr kumimoji="1" lang="ja-JP" altLang="en-US" b="1" dirty="0" err="1">
              <a:solidFill>
                <a:schemeClr val="accent2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0E173C-5C81-0D7A-34B9-4EC5561117F4}"/>
              </a:ext>
            </a:extLst>
          </p:cNvPr>
          <p:cNvSpPr txBox="1"/>
          <p:nvPr/>
        </p:nvSpPr>
        <p:spPr>
          <a:xfrm>
            <a:off x="6782201" y="4252197"/>
            <a:ext cx="54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b="1" dirty="0">
                <a:solidFill>
                  <a:schemeClr val="accent2"/>
                </a:solidFill>
              </a:rPr>
              <a:t>3.</a:t>
            </a:r>
            <a:endParaRPr kumimoji="1" lang="ja-JP" altLang="en-US" b="1" dirty="0" err="1">
              <a:solidFill>
                <a:schemeClr val="accent2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AA917EDE-2D2F-BED9-35CD-A4A53CC28E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489" y="4159900"/>
            <a:ext cx="2425227" cy="181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326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9229CBEE-C517-2C47-E27E-35EAB1C8C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高周波増幅回路のレイアウト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73C73B-DE0C-41F0-9698-79809D67D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9</a:t>
            </a:fld>
            <a:endParaRPr lang="en-US"/>
          </a:p>
        </p:txBody>
      </p: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1471F2DC-F0F4-E8A7-1E8A-8DC4355810E9}"/>
              </a:ext>
            </a:extLst>
          </p:cNvPr>
          <p:cNvGrpSpPr/>
          <p:nvPr/>
        </p:nvGrpSpPr>
        <p:grpSpPr>
          <a:xfrm>
            <a:off x="313534" y="1644525"/>
            <a:ext cx="11582163" cy="4088714"/>
            <a:chOff x="290556" y="2004111"/>
            <a:chExt cx="11582163" cy="4088714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7A83E0EA-10DC-B4F9-1735-F0D25603A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037" y="2004111"/>
              <a:ext cx="11572682" cy="4088714"/>
            </a:xfrm>
            <a:prstGeom prst="rect">
              <a:avLst/>
            </a:prstGeom>
          </p:spPr>
        </p:pic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78CEF42D-9287-357D-B66F-3314A4FC8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3992" y="2820785"/>
              <a:ext cx="2543507" cy="2954373"/>
            </a:xfrm>
            <a:prstGeom prst="rect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ja-JP" altLang="en-US" sz="1050">
                <a:solidFill>
                  <a:schemeClr val="accent2"/>
                </a:solidFill>
                <a:ea typeface="ＭＳ Ｐゴシック" panose="020B0600070205080204" pitchFamily="50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98858E31-FB9F-4CA1-D5A4-313405E27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3250" y="4893509"/>
              <a:ext cx="991410" cy="955606"/>
            </a:xfrm>
            <a:prstGeom prst="rect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ja-JP" altLang="en-US" sz="1050">
                <a:solidFill>
                  <a:schemeClr val="accent2"/>
                </a:solidFill>
                <a:ea typeface="ＭＳ Ｐゴシック" panose="020B0600070205080204" pitchFamily="50" charset="-128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E8D58D15-9349-EF14-624B-92938A6C4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6267" y="2820785"/>
              <a:ext cx="2655476" cy="2232478"/>
            </a:xfrm>
            <a:prstGeom prst="rect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ja-JP" altLang="en-US" sz="1050">
                <a:solidFill>
                  <a:schemeClr val="accent2"/>
                </a:solidFill>
                <a:ea typeface="ＭＳ Ｐゴシック" panose="020B0600070205080204" pitchFamily="50" charset="-128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70DBE8B5-A234-4FD9-0D60-848383B25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4413" y="2820785"/>
              <a:ext cx="1507981" cy="1829013"/>
            </a:xfrm>
            <a:prstGeom prst="rect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ja-JP" altLang="en-US" sz="1050">
                <a:solidFill>
                  <a:schemeClr val="accent2"/>
                </a:solidFill>
                <a:ea typeface="ＭＳ Ｐゴシック" panose="020B0600070205080204" pitchFamily="50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2E5EAC88-0F9F-0BAA-9FDC-A70AA01795AD}"/>
                </a:ext>
              </a:extLst>
            </p:cNvPr>
            <p:cNvCxnSpPr>
              <a:cxnSpLocks noChangeShapeType="1"/>
              <a:endCxn id="7" idx="0"/>
            </p:cNvCxnSpPr>
            <p:nvPr/>
          </p:nvCxnSpPr>
          <p:spPr bwMode="auto">
            <a:xfrm flipH="1">
              <a:off x="5815746" y="2340386"/>
              <a:ext cx="280254" cy="480399"/>
            </a:xfrm>
            <a:prstGeom prst="line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sp>
          <p:nvSpPr>
            <p:cNvPr id="14" name="テキスト ボックス 343">
              <a:extLst>
                <a:ext uri="{FF2B5EF4-FFF2-40B4-BE49-F238E27FC236}">
                  <a16:creationId xmlns:a16="http://schemas.microsoft.com/office/drawing/2014/main" id="{68E7B29A-C7B0-9AA9-9E68-3848B227FA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9470" y="2075482"/>
              <a:ext cx="1453236" cy="26161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ja-JP" altLang="en-US" sz="1100" dirty="0">
                  <a:solidFill>
                    <a:schemeClr val="accent2"/>
                  </a:solidFill>
                  <a:ea typeface="ＭＳ Ｐゴシック" panose="020B0600070205080204" pitchFamily="50" charset="-128"/>
                </a:rPr>
                <a:t>バイアス</a:t>
              </a:r>
              <a:endParaRPr kumimoji="1" lang="ja-JP" altLang="en-US" sz="1100" dirty="0">
                <a:solidFill>
                  <a:schemeClr val="accent2"/>
                </a:solidFill>
                <a:ea typeface="ＭＳ Ｐゴシック" panose="020B0600070205080204" pitchFamily="50" charset="-128"/>
              </a:endParaRP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F9F1F71E-9FE4-8921-3A03-9A67F12C5CB8}"/>
                </a:ext>
              </a:extLst>
            </p:cNvPr>
            <p:cNvCxnSpPr>
              <a:cxnSpLocks noChangeShapeType="1"/>
              <a:stCxn id="10" idx="0"/>
              <a:endCxn id="14" idx="2"/>
            </p:cNvCxnSpPr>
            <p:nvPr/>
          </p:nvCxnSpPr>
          <p:spPr bwMode="auto">
            <a:xfrm flipV="1">
              <a:off x="2994005" y="2337092"/>
              <a:ext cx="762083" cy="483693"/>
            </a:xfrm>
            <a:prstGeom prst="line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sp>
          <p:nvSpPr>
            <p:cNvPr id="17" name="テキスト ボックス 343">
              <a:extLst>
                <a:ext uri="{FF2B5EF4-FFF2-40B4-BE49-F238E27FC236}">
                  <a16:creationId xmlns:a16="http://schemas.microsoft.com/office/drawing/2014/main" id="{94CA8566-6AA4-EEF3-829C-CF965E7164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917" y="2090318"/>
              <a:ext cx="913972" cy="26161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ja-JP" altLang="en-US" sz="1100" dirty="0">
                  <a:solidFill>
                    <a:schemeClr val="accent2"/>
                  </a:solidFill>
                  <a:ea typeface="ＭＳ Ｐゴシック" panose="020B0600070205080204" pitchFamily="50" charset="-128"/>
                </a:rPr>
                <a:t>出力段</a:t>
              </a:r>
            </a:p>
          </p:txBody>
        </p: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2F68B0AB-D405-AE0A-4251-ADAFAB2D67D6}"/>
                </a:ext>
              </a:extLst>
            </p:cNvPr>
            <p:cNvCxnSpPr>
              <a:cxnSpLocks noChangeShapeType="1"/>
              <a:stCxn id="11" idx="0"/>
              <a:endCxn id="17" idx="2"/>
            </p:cNvCxnSpPr>
            <p:nvPr/>
          </p:nvCxnSpPr>
          <p:spPr bwMode="auto">
            <a:xfrm flipV="1">
              <a:off x="10128404" y="2351928"/>
              <a:ext cx="45499" cy="468857"/>
            </a:xfrm>
            <a:prstGeom prst="line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sp>
          <p:nvSpPr>
            <p:cNvPr id="19" name="テキスト ボックス 343">
              <a:extLst>
                <a:ext uri="{FF2B5EF4-FFF2-40B4-BE49-F238E27FC236}">
                  <a16:creationId xmlns:a16="http://schemas.microsoft.com/office/drawing/2014/main" id="{099CEAE7-4DE0-5EE2-8C33-D3F6B1284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0033" y="2078776"/>
              <a:ext cx="1913413" cy="26161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ja-JP" altLang="en-US" sz="1100" dirty="0">
                  <a:solidFill>
                    <a:schemeClr val="accent2"/>
                  </a:solidFill>
                  <a:ea typeface="ＭＳ Ｐゴシック" panose="020B0600070205080204" pitchFamily="50" charset="-128"/>
                </a:rPr>
                <a:t>カスコード接続差動増幅器</a:t>
              </a:r>
            </a:p>
          </p:txBody>
        </p: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656F8700-8804-F9CB-A543-8BB3CC509029}"/>
                </a:ext>
              </a:extLst>
            </p:cNvPr>
            <p:cNvCxnSpPr>
              <a:cxnSpLocks noChangeShapeType="1"/>
              <a:endCxn id="22" idx="2"/>
            </p:cNvCxnSpPr>
            <p:nvPr/>
          </p:nvCxnSpPr>
          <p:spPr bwMode="auto">
            <a:xfrm flipV="1">
              <a:off x="685091" y="4333325"/>
              <a:ext cx="229980" cy="294844"/>
            </a:xfrm>
            <a:prstGeom prst="line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sp>
          <p:nvSpPr>
            <p:cNvPr id="22" name="テキスト ボックス 343">
              <a:extLst>
                <a:ext uri="{FF2B5EF4-FFF2-40B4-BE49-F238E27FC236}">
                  <a16:creationId xmlns:a16="http://schemas.microsoft.com/office/drawing/2014/main" id="{8245D132-3501-D359-01F2-23FC1EBCF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556" y="4071715"/>
              <a:ext cx="1249030" cy="26161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ja-JP" altLang="en-US" sz="1100" dirty="0">
                  <a:solidFill>
                    <a:schemeClr val="accent2"/>
                  </a:solidFill>
                  <a:ea typeface="ＭＳ Ｐゴシック" panose="020B0600070205080204" pitchFamily="50" charset="-128"/>
                </a:rPr>
                <a:t>基準バイアス電流</a:t>
              </a:r>
            </a:p>
          </p:txBody>
        </p:sp>
        <p:sp>
          <p:nvSpPr>
            <p:cNvPr id="23" name="テキスト ボックス 343">
              <a:extLst>
                <a:ext uri="{FF2B5EF4-FFF2-40B4-BE49-F238E27FC236}">
                  <a16:creationId xmlns:a16="http://schemas.microsoft.com/office/drawing/2014/main" id="{CCBCBAEE-B092-C5F4-1756-E9EDED7440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391" y="2004111"/>
              <a:ext cx="638393" cy="26161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ja-JP" altLang="en-US" sz="1100" dirty="0">
                  <a:solidFill>
                    <a:schemeClr val="accent2"/>
                  </a:solidFill>
                  <a:ea typeface="ＭＳ Ｐゴシック" panose="020B0600070205080204" pitchFamily="50" charset="-128"/>
                </a:rPr>
                <a:t>電源</a:t>
              </a:r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BB853331-1117-3C69-F1B7-D927DD765CC3}"/>
                </a:ext>
              </a:extLst>
            </p:cNvPr>
            <p:cNvCxnSpPr>
              <a:cxnSpLocks noChangeShapeType="1"/>
              <a:endCxn id="25" idx="2"/>
            </p:cNvCxnSpPr>
            <p:nvPr/>
          </p:nvCxnSpPr>
          <p:spPr bwMode="auto">
            <a:xfrm flipV="1">
              <a:off x="671190" y="5627732"/>
              <a:ext cx="142631" cy="181499"/>
            </a:xfrm>
            <a:prstGeom prst="line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sp>
          <p:nvSpPr>
            <p:cNvPr id="25" name="テキスト ボックス 343">
              <a:extLst>
                <a:ext uri="{FF2B5EF4-FFF2-40B4-BE49-F238E27FC236}">
                  <a16:creationId xmlns:a16="http://schemas.microsoft.com/office/drawing/2014/main" id="{5B57CBC6-6164-FAA9-CB90-44D5B75D0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391" y="5366122"/>
              <a:ext cx="558859" cy="26161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ja-JP" sz="1100" dirty="0">
                  <a:solidFill>
                    <a:schemeClr val="accent2"/>
                  </a:solidFill>
                  <a:ea typeface="ＭＳ Ｐゴシック" panose="020B0600070205080204" pitchFamily="50" charset="-128"/>
                </a:rPr>
                <a:t>GND</a:t>
              </a:r>
              <a:endParaRPr kumimoji="1" lang="ja-JP" altLang="en-US" sz="1050" dirty="0">
                <a:solidFill>
                  <a:schemeClr val="accent2"/>
                </a:solidFill>
                <a:ea typeface="ＭＳ Ｐゴシック" panose="020B0600070205080204" pitchFamily="50" charset="-128"/>
              </a:endParaRPr>
            </a:p>
          </p:txBody>
        </p:sp>
        <p:sp>
          <p:nvSpPr>
            <p:cNvPr id="26" name="テキスト ボックス 343">
              <a:extLst>
                <a:ext uri="{FF2B5EF4-FFF2-40B4-BE49-F238E27FC236}">
                  <a16:creationId xmlns:a16="http://schemas.microsoft.com/office/drawing/2014/main" id="{B2E4AC45-F8C1-F001-CE29-C2F4072E5A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61044" y="5285331"/>
              <a:ext cx="1010654" cy="43088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ja-JP" altLang="en-US" sz="1100" dirty="0">
                  <a:solidFill>
                    <a:schemeClr val="accent2"/>
                  </a:solidFill>
                  <a:ea typeface="ＭＳ Ｐゴシック" panose="020B0600070205080204" pitchFamily="50" charset="-128"/>
                </a:rPr>
                <a:t>位相補償</a:t>
              </a:r>
              <a:r>
                <a:rPr kumimoji="1" lang="ja-JP" altLang="en-US" sz="1100" dirty="0">
                  <a:solidFill>
                    <a:schemeClr val="accent2"/>
                  </a:solidFill>
                  <a:ea typeface="ＭＳ Ｐゴシック" panose="020B0600070205080204" pitchFamily="50" charset="-128"/>
                </a:rPr>
                <a:t>用</a:t>
              </a:r>
              <a:br>
                <a:rPr kumimoji="1" lang="en-US" altLang="ja-JP" sz="1100" dirty="0">
                  <a:solidFill>
                    <a:schemeClr val="accent2"/>
                  </a:solidFill>
                  <a:ea typeface="ＭＳ Ｐゴシック" panose="020B0600070205080204" pitchFamily="50" charset="-128"/>
                </a:rPr>
              </a:br>
              <a:r>
                <a:rPr kumimoji="1" lang="ja-JP" altLang="en-US" sz="1100" dirty="0">
                  <a:solidFill>
                    <a:schemeClr val="accent2"/>
                  </a:solidFill>
                  <a:ea typeface="ＭＳ Ｐゴシック" panose="020B0600070205080204" pitchFamily="50" charset="-128"/>
                </a:rPr>
                <a:t>コンデンサ</a:t>
              </a:r>
            </a:p>
          </p:txBody>
        </p: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2BB9B49F-F03E-B97F-084A-BC7A6DCF1A33}"/>
                </a:ext>
              </a:extLst>
            </p:cNvPr>
            <p:cNvCxnSpPr>
              <a:cxnSpLocks noChangeShapeType="1"/>
              <a:endCxn id="26" idx="1"/>
            </p:cNvCxnSpPr>
            <p:nvPr/>
          </p:nvCxnSpPr>
          <p:spPr bwMode="auto">
            <a:xfrm>
              <a:off x="10173903" y="5285331"/>
              <a:ext cx="587141" cy="215444"/>
            </a:xfrm>
            <a:prstGeom prst="line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0CD37C8E-4540-14BD-4E20-48385FD74090}"/>
                </a:ext>
              </a:extLst>
            </p:cNvPr>
            <p:cNvCxnSpPr>
              <a:cxnSpLocks noChangeShapeType="1"/>
              <a:endCxn id="23" idx="2"/>
            </p:cNvCxnSpPr>
            <p:nvPr/>
          </p:nvCxnSpPr>
          <p:spPr bwMode="auto">
            <a:xfrm flipH="1" flipV="1">
              <a:off x="853588" y="2265721"/>
              <a:ext cx="239662" cy="149345"/>
            </a:xfrm>
            <a:prstGeom prst="line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4A8CB5F8-F3CD-A420-AE6F-6A116EABE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3410" y="2820785"/>
              <a:ext cx="1989840" cy="3037642"/>
            </a:xfrm>
            <a:prstGeom prst="rect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ja-JP" altLang="en-US" sz="1050">
                <a:solidFill>
                  <a:schemeClr val="accent2"/>
                </a:solidFill>
                <a:ea typeface="ＭＳ Ｐゴシック" panose="020B0600070205080204" pitchFamily="50" charset="-128"/>
              </a:endParaRPr>
            </a:p>
          </p:txBody>
        </p:sp>
        <p:sp>
          <p:nvSpPr>
            <p:cNvPr id="52" name="テキスト ボックス 343">
              <a:extLst>
                <a:ext uri="{FF2B5EF4-FFF2-40B4-BE49-F238E27FC236}">
                  <a16:creationId xmlns:a16="http://schemas.microsoft.com/office/drawing/2014/main" id="{EC16BCB6-456E-9F7C-4BDC-FD2C5F32A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9117" y="2078776"/>
              <a:ext cx="1913413" cy="26161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ja-JP" altLang="en-US" sz="1100" dirty="0">
                  <a:solidFill>
                    <a:schemeClr val="accent2"/>
                  </a:solidFill>
                  <a:ea typeface="ＭＳ Ｐゴシック" panose="020B0600070205080204" pitchFamily="50" charset="-128"/>
                </a:rPr>
                <a:t>位相補償</a:t>
              </a:r>
            </a:p>
          </p:txBody>
        </p: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CF6E99C4-8C8D-01D0-8BF6-F611F65B7DC7}"/>
                </a:ext>
              </a:extLst>
            </p:cNvPr>
            <p:cNvCxnSpPr>
              <a:cxnSpLocks noChangeShapeType="1"/>
              <a:stCxn id="52" idx="2"/>
              <a:endCxn id="51" idx="0"/>
            </p:cNvCxnSpPr>
            <p:nvPr/>
          </p:nvCxnSpPr>
          <p:spPr bwMode="auto">
            <a:xfrm flipH="1">
              <a:off x="8168330" y="2340386"/>
              <a:ext cx="37494" cy="480399"/>
            </a:xfrm>
            <a:prstGeom prst="line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236511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9A7668A-DBE2-6338-6AB8-0A335004919F}"/>
              </a:ext>
            </a:extLst>
          </p:cNvPr>
          <p:cNvSpPr txBox="1"/>
          <p:nvPr/>
        </p:nvSpPr>
        <p:spPr>
          <a:xfrm>
            <a:off x="4454012" y="2967335"/>
            <a:ext cx="3283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5400" dirty="0"/>
              <a:t>質疑応答</a:t>
            </a:r>
          </a:p>
        </p:txBody>
      </p:sp>
    </p:spTree>
    <p:extLst>
      <p:ext uri="{BB962C8B-B14F-4D97-AF65-F5344CB8AC3E}">
        <p14:creationId xmlns:p14="http://schemas.microsoft.com/office/powerpoint/2010/main" val="82437088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621</Words>
  <Application>Microsoft Office PowerPoint</Application>
  <PresentationFormat>ワイド画面</PresentationFormat>
  <Paragraphs>165</Paragraphs>
  <Slides>10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ＭＳ Ｐゴシック</vt:lpstr>
      <vt:lpstr>游ゴシック</vt:lpstr>
      <vt:lpstr>Arial</vt:lpstr>
      <vt:lpstr>ST PowerPoint Template 16x9</vt:lpstr>
      <vt:lpstr>OpenSUSI-MPW TR10で作るAMラジオチップ 高周波増幅回路</vt:lpstr>
      <vt:lpstr>目次</vt:lpstr>
      <vt:lpstr>AMラジオチップとは</vt:lpstr>
      <vt:lpstr>AMラジオの信号処理</vt:lpstr>
      <vt:lpstr>高周波増幅回路の仕様</vt:lpstr>
      <vt:lpstr>高周波増幅回路の設計</vt:lpstr>
      <vt:lpstr>高周波増幅回路の特性評価</vt:lpstr>
      <vt:lpstr>高周波増幅回路の評価結果</vt:lpstr>
      <vt:lpstr>高周波増幅回路のレイアウト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豊 小谷</dc:creator>
  <cp:lastModifiedBy>豊 小谷</cp:lastModifiedBy>
  <cp:revision>2</cp:revision>
  <dcterms:created xsi:type="dcterms:W3CDTF">2026-04-28T12:50:12Z</dcterms:created>
  <dcterms:modified xsi:type="dcterms:W3CDTF">2026-07-16T13:08:13Z</dcterms:modified>
</cp:coreProperties>
</file>