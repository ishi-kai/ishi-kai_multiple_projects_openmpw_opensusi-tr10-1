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939fa8b92_16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f939fa8b92_16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939fa8b92_16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939fa8b92_16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f939fa8b92_16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f939fa8b92_16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dcdeef3dc8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dcdeef3dc8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dcdeef3dc8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dcdeef3dc8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f939fa8b92_16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f939fa8b92_16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f939fa8b92_16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f939fa8b92_16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f939fa8b92_16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f939fa8b92_16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f939fa8b92_5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f939fa8b92_5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f939fa8b92_5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f939fa8b92_5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f939fa8b92_5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f939fa8b92_5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939fa8b92_16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f939fa8b92_16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ChatGPT Image 2026年7月19日 14_39_4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82625" y="0"/>
            <a:ext cx="9397250" cy="528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49817" y="3207342"/>
            <a:ext cx="2082400" cy="176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 title="ChatGPT Image 2026年7月19日 11_40_1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735"/>
            <a:ext cx="9144001" cy="51462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 title="ChatGPT Image 2026年7月19日 11_26_2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55" y="0"/>
            <a:ext cx="9200046" cy="5177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MラジオとFMラジオの違い&#10;を簡単に図入りでまとめてください。さっきみたいに可愛くするのを忘れずに" id="70" name="Google Shape;7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Mラジオの仕組みをわかりやすく図解入りでまとめて、さっきみたいに可愛くするのを忘れずに！" id="75" name="Google Shape;7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8" title="ChatGPT Image 2026年7月19日 10_45_4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18400" y="0"/>
            <a:ext cx="9262399" cy="52128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9" title="ChatGPT Image 2026年7月19日 11_11_4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" y="-1367"/>
            <a:ext cx="9144001" cy="51462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20" title="ChatGPT Image 2026年7月19日 11_18_0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73726" y="-42862"/>
            <a:ext cx="9291450" cy="5229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1" title="ChatGPT Image 2026年7月19日 12_33_4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" y="-1367"/>
            <a:ext cx="9144001" cy="5146242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21" title="スクリーンショット 2026-07-19 13.51.0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32175" y="2050550"/>
            <a:ext cx="5958200" cy="30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2" title="ChatGPT Image 2026年7月19日 12_35_0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" y="-1367"/>
            <a:ext cx="9144001" cy="51462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8400" y="1256950"/>
            <a:ext cx="4636250" cy="300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23" title="ChatGPT Image 2026年7月19日 12_43_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34" y="0"/>
            <a:ext cx="9139127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24" title="ChatGPT Image 2026年7月19日 11_49_0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" y="-1367"/>
            <a:ext cx="9144001" cy="51462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