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F732DF-2B50-42FE-BEC8-93F09D9E1746}" v="1" dt="2026-09-17T22:43:26.0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0" y="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itsuna Imamura" userId="5b2da16fa1785921" providerId="LiveId" clId="{342DA2C4-B094-4B86-9045-6AA34CD7B848}"/>
    <pc:docChg chg="custSel addSld modSld">
      <pc:chgData name="Noritsuna Imamura" userId="5b2da16fa1785921" providerId="LiveId" clId="{342DA2C4-B094-4B86-9045-6AA34CD7B848}" dt="2026-09-17T22:44:38.879" v="54" actId="1076"/>
      <pc:docMkLst>
        <pc:docMk/>
      </pc:docMkLst>
      <pc:sldChg chg="addSp delSp modSp new mod">
        <pc:chgData name="Noritsuna Imamura" userId="5b2da16fa1785921" providerId="LiveId" clId="{342DA2C4-B094-4B86-9045-6AA34CD7B848}" dt="2026-09-17T22:44:38.879" v="54" actId="1076"/>
        <pc:sldMkLst>
          <pc:docMk/>
          <pc:sldMk cId="2847865909" sldId="256"/>
        </pc:sldMkLst>
        <pc:spChg chg="del">
          <ac:chgData name="Noritsuna Imamura" userId="5b2da16fa1785921" providerId="LiveId" clId="{342DA2C4-B094-4B86-9045-6AA34CD7B848}" dt="2026-09-17T22:41:14.926" v="2" actId="478"/>
          <ac:spMkLst>
            <pc:docMk/>
            <pc:sldMk cId="2847865909" sldId="256"/>
            <ac:spMk id="2" creationId="{CEDB45E8-3645-E93E-CA11-20D00D46BDBC}"/>
          </ac:spMkLst>
        </pc:spChg>
        <pc:spChg chg="del">
          <ac:chgData name="Noritsuna Imamura" userId="5b2da16fa1785921" providerId="LiveId" clId="{342DA2C4-B094-4B86-9045-6AA34CD7B848}" dt="2026-09-17T22:41:12.790" v="1" actId="478"/>
          <ac:spMkLst>
            <pc:docMk/>
            <pc:sldMk cId="2847865909" sldId="256"/>
            <ac:spMk id="3" creationId="{D1217158-E5D5-6D22-B8AE-BB5A04DD0AF8}"/>
          </ac:spMkLst>
        </pc:spChg>
        <pc:spChg chg="add mod">
          <ac:chgData name="Noritsuna Imamura" userId="5b2da16fa1785921" providerId="LiveId" clId="{342DA2C4-B094-4B86-9045-6AA34CD7B848}" dt="2026-09-17T22:43:14.630" v="18" actId="207"/>
          <ac:spMkLst>
            <pc:docMk/>
            <pc:sldMk cId="2847865909" sldId="256"/>
            <ac:spMk id="6" creationId="{4438315B-B936-7E33-089C-2149C73D66EA}"/>
          </ac:spMkLst>
        </pc:spChg>
        <pc:spChg chg="add mod">
          <ac:chgData name="Noritsuna Imamura" userId="5b2da16fa1785921" providerId="LiveId" clId="{342DA2C4-B094-4B86-9045-6AA34CD7B848}" dt="2026-09-17T22:42:32.602" v="13" actId="207"/>
          <ac:spMkLst>
            <pc:docMk/>
            <pc:sldMk cId="2847865909" sldId="256"/>
            <ac:spMk id="8" creationId="{745B0A95-BD47-5BB5-DDA6-C09689D697FD}"/>
          </ac:spMkLst>
        </pc:spChg>
        <pc:spChg chg="add mod">
          <ac:chgData name="Noritsuna Imamura" userId="5b2da16fa1785921" providerId="LiveId" clId="{342DA2C4-B094-4B86-9045-6AA34CD7B848}" dt="2026-09-17T22:42:51.126" v="17" actId="207"/>
          <ac:spMkLst>
            <pc:docMk/>
            <pc:sldMk cId="2847865909" sldId="256"/>
            <ac:spMk id="10" creationId="{09C47BA9-3565-1398-A1B2-E22A18DEF24F}"/>
          </ac:spMkLst>
        </pc:spChg>
        <pc:spChg chg="add mod">
          <ac:chgData name="Noritsuna Imamura" userId="5b2da16fa1785921" providerId="LiveId" clId="{342DA2C4-B094-4B86-9045-6AA34CD7B848}" dt="2026-09-17T22:44:02.718" v="33" actId="1076"/>
          <ac:spMkLst>
            <pc:docMk/>
            <pc:sldMk cId="2847865909" sldId="256"/>
            <ac:spMk id="11" creationId="{77ECE149-47CE-D068-12A4-86B60A444665}"/>
          </ac:spMkLst>
        </pc:spChg>
        <pc:spChg chg="add mod">
          <ac:chgData name="Noritsuna Imamura" userId="5b2da16fa1785921" providerId="LiveId" clId="{342DA2C4-B094-4B86-9045-6AA34CD7B848}" dt="2026-09-17T22:44:38.879" v="54" actId="1076"/>
          <ac:spMkLst>
            <pc:docMk/>
            <pc:sldMk cId="2847865909" sldId="256"/>
            <ac:spMk id="13" creationId="{9BD9DD7E-FAE6-8B48-A15D-4CEB91D81B55}"/>
          </ac:spMkLst>
        </pc:spChg>
        <pc:spChg chg="add mod">
          <ac:chgData name="Noritsuna Imamura" userId="5b2da16fa1785921" providerId="LiveId" clId="{342DA2C4-B094-4B86-9045-6AA34CD7B848}" dt="2026-09-17T22:44:34.025" v="53" actId="1076"/>
          <ac:spMkLst>
            <pc:docMk/>
            <pc:sldMk cId="2847865909" sldId="256"/>
            <ac:spMk id="15" creationId="{C7153255-ED6D-5EC2-5DA9-1A4ADDA92D66}"/>
          </ac:spMkLst>
        </pc:spChg>
        <pc:picChg chg="add">
          <ac:chgData name="Noritsuna Imamura" userId="5b2da16fa1785921" providerId="LiveId" clId="{342DA2C4-B094-4B86-9045-6AA34CD7B848}" dt="2026-09-17T22:41:15.713" v="3" actId="22"/>
          <ac:picMkLst>
            <pc:docMk/>
            <pc:sldMk cId="2847865909" sldId="256"/>
            <ac:picMk id="5" creationId="{9E1B3227-B341-F854-65E1-B6EE0773A2A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503AFE-2E88-F537-B222-3D867F4F6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6853F7F-B3C2-6035-1F5A-56513E21B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155C62-925F-9336-68D4-865054F2F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68E8C-907B-492A-AE13-83988F34C351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D9DB65-354A-9C28-E985-104B5528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901B65-0742-7EE4-C893-295CF6AAF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A7E36-9EEC-45A6-8A8D-B7C4162FEA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68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E04EE5-C256-547F-2FA6-F02CEFC2D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EFEDEF-3416-E8C6-1FA4-AC69778D8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71BBD2-4271-30FE-B2FB-ED5950A8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68E8C-907B-492A-AE13-83988F34C351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78B0CC-5962-6467-5BEC-F6595D83F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4FC25D-639B-0DB6-94FE-C79CAB007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A7E36-9EEC-45A6-8A8D-B7C4162FEA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5000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290498-1BA4-C693-09EB-74233E32A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06FCB43-C4E4-DB8B-EA07-FD2D2E476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5CDCD7-06E3-6165-BBAA-D9395147D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68E8C-907B-492A-AE13-83988F34C351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2CE640-DCB7-13DC-7F62-4690C55A7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D67869-139C-88EB-AB60-F6D558C15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A7E36-9EEC-45A6-8A8D-B7C4162FEA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2779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C1D9EB-89A1-AB8C-CB3F-12F1EC381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80151B-11C7-83BB-EB77-4BBEC2E15E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08277B8-993A-5128-8D47-E29230B3C1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277B5D-DC94-6B13-BE04-4597BBA48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68E8C-907B-492A-AE13-83988F34C351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25271BD-109E-DDED-C68B-8A3EAE41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E2464D9-23B6-CC25-D1EE-D3348A4B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A7E36-9EEC-45A6-8A8D-B7C4162FEA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952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F43D6E-DB77-9668-4EF1-63FCCFD6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385DF58-0905-6646-A364-D3E418E50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74EB4C3-AD25-2F27-6850-12EF59D09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74DA4E6-2C39-B727-D44D-08BC06BA8D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FEB94D3-B46D-ECEC-1BA3-4CC9FB94BF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E40A586-7EE8-7AC0-F38A-499C18073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68E8C-907B-492A-AE13-83988F34C351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6B60C5-8180-5F8D-31B6-E3F192857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3E385C3-8FE4-2BCC-12CE-1B1C6C549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A7E36-9EEC-45A6-8A8D-B7C4162FEA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061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E5E705-105E-4FFB-6F67-069A091A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6060F5E-B0A0-D9B2-F0C1-5B34433A2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68E8C-907B-492A-AE13-83988F34C351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DABAE98-D1A9-4E8F-7EDD-4FF142B45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37DFEEA-9DB1-D4E6-B0A3-EF9C0FAB3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A7E36-9EEC-45A6-8A8D-B7C4162FEA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007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7C93ED6-6BD9-C8E3-AB24-3D5474F14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68E8C-907B-492A-AE13-83988F34C351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8A4BCD9-2050-B271-D857-7616EFEA3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6DEBA8-7961-DE6B-68AB-72D65E6FC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A7E36-9EEC-45A6-8A8D-B7C4162FEA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9233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20EBCE-D382-318B-5457-76AD82E1D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AF198E-791A-A21D-5239-6B9290186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761B63-635F-CDCC-B7E0-698DC286F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95B393-C829-1FBF-0870-567CFAF9A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68E8C-907B-492A-AE13-83988F34C351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46A3951-A827-C010-17BD-0872A90F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A9929AF-76A1-E6FC-4824-B6A57BC33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A7E36-9EEC-45A6-8A8D-B7C4162FEA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732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8D58D4-A186-D900-EB7B-4D3D26E5B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4F51287-065E-EE16-B078-81052CF9D6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FDC980F-2CC1-A6B4-165B-9E09A509B8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F894EC-D973-2BC0-18D2-7F82F9CD3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68E8C-907B-492A-AE13-83988F34C351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BCB3B5-D040-7F79-86A4-696EBAAAC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AEC30DE-0056-CDA3-5624-22B983DB3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A7E36-9EEC-45A6-8A8D-B7C4162FEA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9702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503920-B8EC-24E7-FA0F-C8C336C95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2E2C4BD-1654-2022-7570-545F50845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3FAC3C-89AA-9F14-1879-2E685EAF3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68E8C-907B-492A-AE13-83988F34C351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6ADE8E-D3C3-AA46-36B6-0669AC3A6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81E891-FDAE-574D-31A2-7497069D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A7E36-9EEC-45A6-8A8D-B7C4162FEA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5007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07D3FA8-7EF4-28CA-D5AA-5CBD1AD1BE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D964B64-11FD-D65C-4289-DEF800A44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D0C828-2073-A7E1-3BD4-E02D6767B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68E8C-907B-492A-AE13-83988F34C351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A86261-E507-4AFC-F7E5-F1C2AB6B6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A34FB8-FEDD-243E-0FBB-55A44AFB2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A7E36-9EEC-45A6-8A8D-B7C4162FEA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440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E3B7315-EEB6-7E56-5A8F-A9A79512A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E145BD-F311-97C1-3872-B05D60C56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C84633-71A7-4DE3-5304-0733D36C8A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268E8C-907B-492A-AE13-83988F34C351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59C55E-A6CA-96DD-E694-43D96A7B99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91FDB6-DDEA-13DB-9B74-317C45398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9A7E36-9EEC-45A6-8A8D-B7C4162FEA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6435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E1B3227-B341-F854-65E1-B6EE0773A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428" y="0"/>
            <a:ext cx="7851144" cy="6858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438315B-B936-7E33-089C-2149C73D66EA}"/>
              </a:ext>
            </a:extLst>
          </p:cNvPr>
          <p:cNvSpPr/>
          <p:nvPr/>
        </p:nvSpPr>
        <p:spPr>
          <a:xfrm>
            <a:off x="2211837" y="40820"/>
            <a:ext cx="7768326" cy="3388180"/>
          </a:xfrm>
          <a:prstGeom prst="rect">
            <a:avLst/>
          </a:prstGeom>
          <a:solidFill>
            <a:srgbClr val="00B05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45B0A95-BD47-5BB5-DDA6-C09689D697FD}"/>
              </a:ext>
            </a:extLst>
          </p:cNvPr>
          <p:cNvSpPr/>
          <p:nvPr/>
        </p:nvSpPr>
        <p:spPr>
          <a:xfrm>
            <a:off x="4001176" y="3429000"/>
            <a:ext cx="6020396" cy="3388180"/>
          </a:xfrm>
          <a:prstGeom prst="rect">
            <a:avLst/>
          </a:prstGeom>
          <a:solidFill>
            <a:schemeClr val="accent2">
              <a:lumMod val="75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9C47BA9-3565-1398-A1B2-E22A18DEF24F}"/>
              </a:ext>
            </a:extLst>
          </p:cNvPr>
          <p:cNvSpPr/>
          <p:nvPr/>
        </p:nvSpPr>
        <p:spPr>
          <a:xfrm>
            <a:off x="2211837" y="3429000"/>
            <a:ext cx="1757278" cy="3388180"/>
          </a:xfrm>
          <a:prstGeom prst="rect">
            <a:avLst/>
          </a:prstGeom>
          <a:solidFill>
            <a:srgbClr val="FFC0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7ECE149-47CE-D068-12A4-86B60A444665}"/>
              </a:ext>
            </a:extLst>
          </p:cNvPr>
          <p:cNvSpPr txBox="1"/>
          <p:nvPr/>
        </p:nvSpPr>
        <p:spPr>
          <a:xfrm>
            <a:off x="4544013" y="1273245"/>
            <a:ext cx="35800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Detector</a:t>
            </a:r>
            <a:endParaRPr kumimoji="1" lang="ja-JP" altLang="en-US" sz="5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BD9DD7E-FAE6-8B48-A15D-4CEB91D81B55}"/>
              </a:ext>
            </a:extLst>
          </p:cNvPr>
          <p:cNvSpPr txBox="1"/>
          <p:nvPr/>
        </p:nvSpPr>
        <p:spPr>
          <a:xfrm>
            <a:off x="5643470" y="4681835"/>
            <a:ext cx="35800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RF</a:t>
            </a:r>
            <a:r>
              <a:rPr kumimoji="1" lang="ja-JP" altLang="en-US" sz="5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kumimoji="1" lang="en-US" altLang="ja-JP" sz="5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AMP</a:t>
            </a:r>
            <a:endParaRPr kumimoji="1" lang="ja-JP" altLang="en-US" sz="5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7153255-ED6D-5EC2-5DA9-1A4ADDA92D66}"/>
              </a:ext>
            </a:extLst>
          </p:cNvPr>
          <p:cNvSpPr txBox="1"/>
          <p:nvPr/>
        </p:nvSpPr>
        <p:spPr>
          <a:xfrm>
            <a:off x="2565534" y="4681835"/>
            <a:ext cx="35800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CS</a:t>
            </a:r>
            <a:endParaRPr kumimoji="1" lang="ja-JP" altLang="en-US" sz="5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865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</Words>
  <Application>Microsoft Office PowerPoint</Application>
  <PresentationFormat>ワイド画面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Noritsuna Imamura</dc:creator>
  <cp:lastModifiedBy>Noritsuna Imamura</cp:lastModifiedBy>
  <cp:revision>1</cp:revision>
  <dcterms:created xsi:type="dcterms:W3CDTF">2026-09-17T22:41:07Z</dcterms:created>
  <dcterms:modified xsi:type="dcterms:W3CDTF">2026-09-17T22:44:49Z</dcterms:modified>
</cp:coreProperties>
</file>