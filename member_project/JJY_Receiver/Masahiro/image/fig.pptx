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550">
          <p15:clr>
            <a:srgbClr val="A4A3A4"/>
          </p15:clr>
        </p15:guide>
        <p15:guide id="5" pos="211" userDrawn="1">
          <p15:clr>
            <a:srgbClr val="A4A3A4"/>
          </p15:clr>
        </p15:guide>
        <p15:guide id="6" pos="746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2857" autoAdjust="0"/>
  </p:normalViewPr>
  <p:slideViewPr>
    <p:cSldViewPr snapToGrid="0" showGuides="1">
      <p:cViewPr>
        <p:scale>
          <a:sx n="100" d="100"/>
          <a:sy n="100" d="100"/>
        </p:scale>
        <p:origin x="1248" y="274"/>
      </p:cViewPr>
      <p:guideLst>
        <p:guide orient="horz" pos="550"/>
        <p:guide pos="211"/>
        <p:guide pos="746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B4E8F-13D4-4B9A-B5BB-608E127E4D18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5D43-54B2-44B7-8AA6-5BF2A0554F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625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7EED79-E981-02A7-2D10-A945DD800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l">
              <a:defRPr sz="5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10AACD-7581-542C-2057-CFB444E35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E234D3-FA52-DA2A-05CE-6D49B30B7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D01BE-BE51-429B-92B5-B87B18876D6C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96B57E-6DF0-FBEF-DCE9-485BD7EC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CE5304-1CA6-6147-5422-6D743FA3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2384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D6F13-8032-2E88-E99C-3C152F17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2C964D-195B-B34A-D117-2C93BDC6C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360CB2-24CA-B283-6AFF-02A79CEA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0F18-A501-41A8-9066-946C4643747C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D8364-9FEF-958B-DCAE-FD7C13FC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0EB2FE-F1ED-2099-7DC4-79D2D4E5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0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CBEEEB-9F3D-1257-3281-FAA082D64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FA10E5-030D-07E1-32BD-32ABC429D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E13B37-66FE-24FA-CADA-2B916AB4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E7C6C-3FF2-4D74-88DE-9AA8D2359BC5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EFF559-CDAF-B429-02E4-E77F5348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7C8573-4458-24AE-F3CA-E56656FF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58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7B2FAD-6914-EFCF-D495-403B1FF5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C3EA77-9A81-A2C5-AF6B-0DD528C53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2C33E1-F50F-7F50-FA51-F976E25C6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DEF33B-EA65-9B93-8DD3-3D67B98A6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89AB-C4E3-4E49-88D4-B90F15A5A41B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73873A-E28A-BD72-2A17-D6750621C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73FD62-48B5-7BFC-26A1-7134B486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578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8BAE3-7576-5BF6-29DB-DF725ECE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D044BE-2B95-7AD8-99CD-6A7A05DA7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916593-90AC-5BC5-562C-5BACF1D4B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842B5C-7B6C-BEFA-6328-3FC7B102B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7F16538-6AC8-7329-650C-73575E914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04E0353-8A2B-5131-9EA6-2F8BBD81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C11-3991-4622-86AC-6ACB39591553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409E884-EA7C-3748-88C9-B7F7A907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F2A3C25-B9ED-E56E-9B5E-227376B3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640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B61BD-2E4B-5486-14CE-1AB6528C7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54AC4E-65D4-96E2-22F0-E8738774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BD1-1831-4F11-B263-6916C5686805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349A1E-9A01-81F1-720D-5584F9F0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66BF72-CDCF-42B5-EFA2-580F3CD1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037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78E2FFD-F753-9959-2DE8-EF7C7214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0D3E-1964-4777-8DF8-B0D87F1CE91C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22C84C-1B8A-B851-705C-D5D1BDA5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1A984C-68A3-9FFD-D74E-875D178A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247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82406B-A5BA-65E9-2F4E-66E3A837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2DA457-D58F-79AC-8C0F-CC5B848E0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C60DE7C-14E6-EA26-3FE8-A6803B87E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2FEBE1-1437-17D0-5BF0-7B9BE5888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627E-18C4-4259-BC26-DF3251737CA2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3ED91B-1766-3452-23F4-2C77934C1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3A2512-7CAD-7D34-E180-D7B98941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401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19FF65-0190-1737-928F-952859BD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E4E06C-0DB3-6BED-0198-4A8CE9B2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6913DD-0C63-45A0-2B92-B1D739EBC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A9249D-F96C-B0AF-59E4-C0CC8246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EFAF-050A-4B77-A510-920B9BBE0DAD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DF7287-2832-0CD7-CAFB-4E9C144B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6ECB13-DD3C-CD55-7A73-55D93DA2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16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0E1412-4887-6742-C3AF-72A5F32A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5AA91C-2E5B-34AD-DBFF-7AB6F82E8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6B62B0-DDAE-77BB-B9F2-F18A9311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A961-12F7-445E-9094-A72E14030010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8B9B8C-FBBD-D151-71F0-5F34CA9A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2EFD33-1AEC-B092-85C6-6F29A5E2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10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B02E13A-30D5-3528-6A36-A28DC1F10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FCE4F7-1C2A-D8AD-D96D-8A95CDA5E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B88E11-BCEF-FAE0-7687-F5CC0EE3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4587-BECC-4387-8523-8A0F6A3478AF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F61A0D-703A-C267-764A-FE2AC37E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ECFB76-81A9-5422-AFC9-8A282EAE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656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1CEE52-B702-FA09-9D7C-76EA2AA4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1" y="100268"/>
            <a:ext cx="11176000" cy="801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FB0699-B234-7225-859B-90E65178F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550" y="1037968"/>
            <a:ext cx="11376109" cy="5140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1D15FB-3DAB-E7CA-6067-43575DAAC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338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21C71-EC1B-4BC5-8DC9-38326386A9A7}" type="datetime1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4B9967-D243-79CC-41AE-2BDAB62EF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32770" y="6356349"/>
            <a:ext cx="47264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633AF0-844D-2F84-7AE0-F3917D9F5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9450" y="100268"/>
            <a:ext cx="1175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336D103E-743F-4B05-B1B2-74D6FB9408BE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3448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D384-BA77-163E-48CB-8691FDD1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グループ化 218">
            <a:extLst>
              <a:ext uri="{FF2B5EF4-FFF2-40B4-BE49-F238E27FC236}">
                <a16:creationId xmlns:a16="http://schemas.microsoft.com/office/drawing/2014/main" id="{00A420DD-80AA-B388-5F22-2D0536E18D92}"/>
              </a:ext>
            </a:extLst>
          </p:cNvPr>
          <p:cNvGrpSpPr/>
          <p:nvPr/>
        </p:nvGrpSpPr>
        <p:grpSpPr>
          <a:xfrm>
            <a:off x="1085932" y="785923"/>
            <a:ext cx="10710885" cy="4417996"/>
            <a:chOff x="1085932" y="785923"/>
            <a:chExt cx="10710885" cy="4417996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E24929B3-2781-4CED-A5A2-79EB0F0E4279}"/>
                </a:ext>
              </a:extLst>
            </p:cNvPr>
            <p:cNvSpPr/>
            <p:nvPr/>
          </p:nvSpPr>
          <p:spPr>
            <a:xfrm>
              <a:off x="2567240" y="1654080"/>
              <a:ext cx="7507886" cy="354983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6" name="コネクタ: カギ線 35">
              <a:extLst>
                <a:ext uri="{FF2B5EF4-FFF2-40B4-BE49-F238E27FC236}">
                  <a16:creationId xmlns:a16="http://schemas.microsoft.com/office/drawing/2014/main" id="{22E5CC2D-8504-7F6A-7A23-31FF643433BF}"/>
                </a:ext>
              </a:extLst>
            </p:cNvPr>
            <p:cNvCxnSpPr>
              <a:cxnSpLocks/>
              <a:stCxn id="169" idx="0"/>
              <a:endCxn id="137" idx="1"/>
            </p:cNvCxnSpPr>
            <p:nvPr/>
          </p:nvCxnSpPr>
          <p:spPr>
            <a:xfrm flipV="1">
              <a:off x="1738102" y="3428999"/>
              <a:ext cx="824304" cy="163413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B6915DF9-9C6C-79CF-4859-8DE1D4FFC9A6}"/>
                </a:ext>
              </a:extLst>
            </p:cNvPr>
            <p:cNvSpPr/>
            <p:nvPr/>
          </p:nvSpPr>
          <p:spPr>
            <a:xfrm rot="5400000">
              <a:off x="3028609" y="2961282"/>
              <a:ext cx="1085106" cy="935436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554520C7-1927-E8E2-9F15-11E580E7C3BF}"/>
                </a:ext>
              </a:extLst>
            </p:cNvPr>
            <p:cNvSpPr/>
            <p:nvPr/>
          </p:nvSpPr>
          <p:spPr>
            <a:xfrm rot="5400000">
              <a:off x="5589057" y="2961282"/>
              <a:ext cx="1085106" cy="935436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二等辺三角形 45">
              <a:extLst>
                <a:ext uri="{FF2B5EF4-FFF2-40B4-BE49-F238E27FC236}">
                  <a16:creationId xmlns:a16="http://schemas.microsoft.com/office/drawing/2014/main" id="{E1020073-3F5D-6773-48DA-70CC69648590}"/>
                </a:ext>
              </a:extLst>
            </p:cNvPr>
            <p:cNvSpPr/>
            <p:nvPr/>
          </p:nvSpPr>
          <p:spPr>
            <a:xfrm rot="5400000">
              <a:off x="8355706" y="2961282"/>
              <a:ext cx="1085106" cy="935436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フローチャート: 和接合 47">
              <a:extLst>
                <a:ext uri="{FF2B5EF4-FFF2-40B4-BE49-F238E27FC236}">
                  <a16:creationId xmlns:a16="http://schemas.microsoft.com/office/drawing/2014/main" id="{EA3B407F-ED97-39CB-FC4B-EB8DED0EDC85}"/>
                </a:ext>
              </a:extLst>
            </p:cNvPr>
            <p:cNvSpPr/>
            <p:nvPr/>
          </p:nvSpPr>
          <p:spPr>
            <a:xfrm>
              <a:off x="7007742" y="3029009"/>
              <a:ext cx="799982" cy="799982"/>
            </a:xfrm>
            <a:prstGeom prst="flowChartSummingJunction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6" name="コネクタ: カギ線 115">
              <a:extLst>
                <a:ext uri="{FF2B5EF4-FFF2-40B4-BE49-F238E27FC236}">
                  <a16:creationId xmlns:a16="http://schemas.microsoft.com/office/drawing/2014/main" id="{4C12F116-7554-4701-F454-DAE20512FE01}"/>
                </a:ext>
              </a:extLst>
            </p:cNvPr>
            <p:cNvCxnSpPr>
              <a:cxnSpLocks/>
              <a:stCxn id="73" idx="0"/>
              <a:endCxn id="111" idx="0"/>
            </p:cNvCxnSpPr>
            <p:nvPr/>
          </p:nvCxnSpPr>
          <p:spPr>
            <a:xfrm>
              <a:off x="10073905" y="3429000"/>
              <a:ext cx="948838" cy="351093"/>
            </a:xfrm>
            <a:prstGeom prst="bentConnector3">
              <a:avLst>
                <a:gd name="adj1" fmla="val 55783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二等辺三角形 117">
              <a:extLst>
                <a:ext uri="{FF2B5EF4-FFF2-40B4-BE49-F238E27FC236}">
                  <a16:creationId xmlns:a16="http://schemas.microsoft.com/office/drawing/2014/main" id="{E9ACA46A-10B9-807A-3010-738807CAD161}"/>
                </a:ext>
              </a:extLst>
            </p:cNvPr>
            <p:cNvSpPr/>
            <p:nvPr/>
          </p:nvSpPr>
          <p:spPr>
            <a:xfrm flipV="1">
              <a:off x="10907173" y="4747599"/>
              <a:ext cx="231139" cy="124461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9951410E-FE85-3EFF-6BF4-ED91B96E0633}"/>
                </a:ext>
              </a:extLst>
            </p:cNvPr>
            <p:cNvCxnSpPr>
              <a:cxnSpLocks/>
              <a:stCxn id="118" idx="3"/>
              <a:endCxn id="113" idx="2"/>
            </p:cNvCxnSpPr>
            <p:nvPr/>
          </p:nvCxnSpPr>
          <p:spPr>
            <a:xfrm flipV="1">
              <a:off x="11022743" y="4326975"/>
              <a:ext cx="242" cy="42062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25" name="グループ化 124">
              <a:extLst>
                <a:ext uri="{FF2B5EF4-FFF2-40B4-BE49-F238E27FC236}">
                  <a16:creationId xmlns:a16="http://schemas.microsoft.com/office/drawing/2014/main" id="{5D7E50AD-CD4F-25E4-9B49-B22AE54BB62E}"/>
                </a:ext>
              </a:extLst>
            </p:cNvPr>
            <p:cNvGrpSpPr/>
            <p:nvPr/>
          </p:nvGrpSpPr>
          <p:grpSpPr>
            <a:xfrm>
              <a:off x="10883531" y="3596334"/>
              <a:ext cx="913286" cy="914400"/>
              <a:chOff x="9686018" y="2387742"/>
              <a:chExt cx="913286" cy="914400"/>
            </a:xfrm>
          </p:grpSpPr>
          <p:grpSp>
            <p:nvGrpSpPr>
              <p:cNvPr id="114" name="グループ化 113">
                <a:extLst>
                  <a:ext uri="{FF2B5EF4-FFF2-40B4-BE49-F238E27FC236}">
                    <a16:creationId xmlns:a16="http://schemas.microsoft.com/office/drawing/2014/main" id="{F20EEE54-1ABA-B8D2-B042-8FF627035251}"/>
                  </a:ext>
                </a:extLst>
              </p:cNvPr>
              <p:cNvGrpSpPr/>
              <p:nvPr/>
            </p:nvGrpSpPr>
            <p:grpSpPr>
              <a:xfrm>
                <a:off x="9686018" y="2571501"/>
                <a:ext cx="278424" cy="546882"/>
                <a:chOff x="1591582" y="2252221"/>
                <a:chExt cx="278424" cy="546882"/>
              </a:xfrm>
            </p:grpSpPr>
            <p:sp>
              <p:nvSpPr>
                <p:cNvPr id="111" name="円弧 110">
                  <a:extLst>
                    <a:ext uri="{FF2B5EF4-FFF2-40B4-BE49-F238E27FC236}">
                      <a16:creationId xmlns:a16="http://schemas.microsoft.com/office/drawing/2014/main" id="{F00426AA-D9F5-2FB2-9A9A-2892C2981847}"/>
                    </a:ext>
                  </a:extLst>
                </p:cNvPr>
                <p:cNvSpPr/>
                <p:nvPr/>
              </p:nvSpPr>
              <p:spPr>
                <a:xfrm>
                  <a:off x="1591582" y="2252221"/>
                  <a:ext cx="278424" cy="182294"/>
                </a:xfrm>
                <a:prstGeom prst="arc">
                  <a:avLst>
                    <a:gd name="adj1" fmla="val 16200000"/>
                    <a:gd name="adj2" fmla="val 539087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12" name="円弧 111">
                  <a:extLst>
                    <a:ext uri="{FF2B5EF4-FFF2-40B4-BE49-F238E27FC236}">
                      <a16:creationId xmlns:a16="http://schemas.microsoft.com/office/drawing/2014/main" id="{9250B063-4217-086E-FFA6-05D006E6E3DF}"/>
                    </a:ext>
                  </a:extLst>
                </p:cNvPr>
                <p:cNvSpPr/>
                <p:nvPr/>
              </p:nvSpPr>
              <p:spPr>
                <a:xfrm>
                  <a:off x="1591582" y="2434515"/>
                  <a:ext cx="278424" cy="182294"/>
                </a:xfrm>
                <a:prstGeom prst="arc">
                  <a:avLst>
                    <a:gd name="adj1" fmla="val 16200000"/>
                    <a:gd name="adj2" fmla="val 539087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13" name="円弧 112">
                  <a:extLst>
                    <a:ext uri="{FF2B5EF4-FFF2-40B4-BE49-F238E27FC236}">
                      <a16:creationId xmlns:a16="http://schemas.microsoft.com/office/drawing/2014/main" id="{BC88411B-8472-C6E0-FFB5-A942866EC974}"/>
                    </a:ext>
                  </a:extLst>
                </p:cNvPr>
                <p:cNvSpPr/>
                <p:nvPr/>
              </p:nvSpPr>
              <p:spPr>
                <a:xfrm>
                  <a:off x="1591582" y="2616809"/>
                  <a:ext cx="278424" cy="182294"/>
                </a:xfrm>
                <a:prstGeom prst="arc">
                  <a:avLst>
                    <a:gd name="adj1" fmla="val 16200000"/>
                    <a:gd name="adj2" fmla="val 539087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23" name="正方形/長方形 122">
                <a:extLst>
                  <a:ext uri="{FF2B5EF4-FFF2-40B4-BE49-F238E27FC236}">
                    <a16:creationId xmlns:a16="http://schemas.microsoft.com/office/drawing/2014/main" id="{C3D352A7-9C82-FEAD-D9EC-1D5E0CCAF912}"/>
                  </a:ext>
                </a:extLst>
              </p:cNvPr>
              <p:cNvSpPr/>
              <p:nvPr/>
            </p:nvSpPr>
            <p:spPr>
              <a:xfrm>
                <a:off x="10080012" y="2542682"/>
                <a:ext cx="167640" cy="604520"/>
              </a:xfrm>
              <a:prstGeom prst="rect">
                <a:avLst/>
              </a:prstGeom>
              <a:noFill/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4" name="台形 123">
                <a:extLst>
                  <a:ext uri="{FF2B5EF4-FFF2-40B4-BE49-F238E27FC236}">
                    <a16:creationId xmlns:a16="http://schemas.microsoft.com/office/drawing/2014/main" id="{99491499-FCAA-536C-F15F-4B438AE2B2FD}"/>
                  </a:ext>
                </a:extLst>
              </p:cNvPr>
              <p:cNvSpPr/>
              <p:nvPr/>
            </p:nvSpPr>
            <p:spPr>
              <a:xfrm rot="16200000">
                <a:off x="9966279" y="2669116"/>
                <a:ext cx="914400" cy="351651"/>
              </a:xfrm>
              <a:prstGeom prst="trapezoid">
                <a:avLst>
                  <a:gd name="adj" fmla="val 45044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6" name="グループ化 125">
              <a:extLst>
                <a:ext uri="{FF2B5EF4-FFF2-40B4-BE49-F238E27FC236}">
                  <a16:creationId xmlns:a16="http://schemas.microsoft.com/office/drawing/2014/main" id="{A8655D98-16B5-3C98-70FB-A5E08F0E0D4F}"/>
                </a:ext>
              </a:extLst>
            </p:cNvPr>
            <p:cNvGrpSpPr/>
            <p:nvPr/>
          </p:nvGrpSpPr>
          <p:grpSpPr>
            <a:xfrm rot="5400000">
              <a:off x="4514785" y="1272219"/>
              <a:ext cx="216002" cy="979727"/>
              <a:chOff x="3897716" y="1791831"/>
              <a:chExt cx="216002" cy="979727"/>
            </a:xfrm>
          </p:grpSpPr>
          <p:sp>
            <p:nvSpPr>
              <p:cNvPr id="127" name="正方形/長方形 126">
                <a:extLst>
                  <a:ext uri="{FF2B5EF4-FFF2-40B4-BE49-F238E27FC236}">
                    <a16:creationId xmlns:a16="http://schemas.microsoft.com/office/drawing/2014/main" id="{918B1983-6F32-C6BA-247E-E79D4A7EEE4C}"/>
                  </a:ext>
                </a:extLst>
              </p:cNvPr>
              <p:cNvSpPr/>
              <p:nvPr/>
            </p:nvSpPr>
            <p:spPr>
              <a:xfrm>
                <a:off x="3897718" y="1791831"/>
                <a:ext cx="216000" cy="216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8" name="正方形/長方形 127">
                <a:extLst>
                  <a:ext uri="{FF2B5EF4-FFF2-40B4-BE49-F238E27FC236}">
                    <a16:creationId xmlns:a16="http://schemas.microsoft.com/office/drawing/2014/main" id="{4418E3DE-36BC-4298-FFA4-A293B1BEF927}"/>
                  </a:ext>
                </a:extLst>
              </p:cNvPr>
              <p:cNvSpPr/>
              <p:nvPr/>
            </p:nvSpPr>
            <p:spPr>
              <a:xfrm>
                <a:off x="3897716" y="2555558"/>
                <a:ext cx="216000" cy="216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" name="直線コネクタ 1">
              <a:extLst>
                <a:ext uri="{FF2B5EF4-FFF2-40B4-BE49-F238E27FC236}">
                  <a16:creationId xmlns:a16="http://schemas.microsoft.com/office/drawing/2014/main" id="{2BEDAB3C-3DDF-E2F1-6607-7D6698A90895}"/>
                </a:ext>
              </a:extLst>
            </p:cNvPr>
            <p:cNvCxnSpPr>
              <a:cxnSpLocks/>
              <a:stCxn id="45" idx="0"/>
              <a:endCxn id="48" idx="2"/>
            </p:cNvCxnSpPr>
            <p:nvPr/>
          </p:nvCxnSpPr>
          <p:spPr>
            <a:xfrm>
              <a:off x="6599328" y="3429000"/>
              <a:ext cx="40841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25C99800-C603-8914-1650-4C5D1139F2DA}"/>
                </a:ext>
              </a:extLst>
            </p:cNvPr>
            <p:cNvCxnSpPr>
              <a:cxnSpLocks/>
              <a:stCxn id="48" idx="6"/>
              <a:endCxn id="46" idx="3"/>
            </p:cNvCxnSpPr>
            <p:nvPr/>
          </p:nvCxnSpPr>
          <p:spPr>
            <a:xfrm>
              <a:off x="7807724" y="3429000"/>
              <a:ext cx="62281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コネクタ: カギ線 25">
              <a:extLst>
                <a:ext uri="{FF2B5EF4-FFF2-40B4-BE49-F238E27FC236}">
                  <a16:creationId xmlns:a16="http://schemas.microsoft.com/office/drawing/2014/main" id="{99E598AC-33C8-7006-E31E-26C643CB5382}"/>
                </a:ext>
              </a:extLst>
            </p:cNvPr>
            <p:cNvCxnSpPr>
              <a:cxnSpLocks/>
              <a:stCxn id="42" idx="0"/>
              <a:endCxn id="128" idx="3"/>
            </p:cNvCxnSpPr>
            <p:nvPr/>
          </p:nvCxnSpPr>
          <p:spPr>
            <a:xfrm flipV="1">
              <a:off x="4038880" y="1870082"/>
              <a:ext cx="202043" cy="1558918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コネクタ: カギ線 28">
              <a:extLst>
                <a:ext uri="{FF2B5EF4-FFF2-40B4-BE49-F238E27FC236}">
                  <a16:creationId xmlns:a16="http://schemas.microsoft.com/office/drawing/2014/main" id="{CD986CCD-5250-141A-D823-B10DD59794FC}"/>
                </a:ext>
              </a:extLst>
            </p:cNvPr>
            <p:cNvCxnSpPr>
              <a:cxnSpLocks/>
              <a:stCxn id="45" idx="3"/>
              <a:endCxn id="127" idx="3"/>
            </p:cNvCxnSpPr>
            <p:nvPr/>
          </p:nvCxnSpPr>
          <p:spPr>
            <a:xfrm rot="10800000">
              <a:off x="5004650" y="1870084"/>
              <a:ext cx="659242" cy="1558916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F4D628C8-104E-5481-4796-F6FF9644699F}"/>
                </a:ext>
              </a:extLst>
            </p:cNvPr>
            <p:cNvGrpSpPr/>
            <p:nvPr/>
          </p:nvGrpSpPr>
          <p:grpSpPr>
            <a:xfrm>
              <a:off x="7140367" y="1926395"/>
              <a:ext cx="534732" cy="467078"/>
              <a:chOff x="6554394" y="708096"/>
              <a:chExt cx="534732" cy="467078"/>
            </a:xfrm>
          </p:grpSpPr>
          <p:sp>
            <p:nvSpPr>
              <p:cNvPr id="35" name="二等辺三角形 34">
                <a:extLst>
                  <a:ext uri="{FF2B5EF4-FFF2-40B4-BE49-F238E27FC236}">
                    <a16:creationId xmlns:a16="http://schemas.microsoft.com/office/drawing/2014/main" id="{A37F66AC-D1AA-BD12-EC98-F4B7E28100BF}"/>
                  </a:ext>
                </a:extLst>
              </p:cNvPr>
              <p:cNvSpPr/>
              <p:nvPr/>
            </p:nvSpPr>
            <p:spPr>
              <a:xfrm rot="5400000">
                <a:off x="6522181" y="740309"/>
                <a:ext cx="467078" cy="402652"/>
              </a:xfrm>
              <a:prstGeom prst="triangl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3" name="楕円 42">
                <a:extLst>
                  <a:ext uri="{FF2B5EF4-FFF2-40B4-BE49-F238E27FC236}">
                    <a16:creationId xmlns:a16="http://schemas.microsoft.com/office/drawing/2014/main" id="{DE8306B4-769C-EF6E-F065-FF4BD291215E}"/>
                  </a:ext>
                </a:extLst>
              </p:cNvPr>
              <p:cNvSpPr/>
              <p:nvPr/>
            </p:nvSpPr>
            <p:spPr>
              <a:xfrm rot="5400000">
                <a:off x="6957046" y="875595"/>
                <a:ext cx="132080" cy="1320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47" name="コネクタ: カギ線 46">
              <a:extLst>
                <a:ext uri="{FF2B5EF4-FFF2-40B4-BE49-F238E27FC236}">
                  <a16:creationId xmlns:a16="http://schemas.microsoft.com/office/drawing/2014/main" id="{3DC93B1E-486E-D301-8AD1-48B4E369AE82}"/>
                </a:ext>
              </a:extLst>
            </p:cNvPr>
            <p:cNvCxnSpPr>
              <a:cxnSpLocks/>
              <a:stCxn id="43" idx="0"/>
              <a:endCxn id="62" idx="3"/>
            </p:cNvCxnSpPr>
            <p:nvPr/>
          </p:nvCxnSpPr>
          <p:spPr>
            <a:xfrm flipV="1">
              <a:off x="7675099" y="1870084"/>
              <a:ext cx="225019" cy="289850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2498B6BE-4DD3-EC86-DC6D-3FD2F457ADF1}"/>
                </a:ext>
              </a:extLst>
            </p:cNvPr>
            <p:cNvGrpSpPr/>
            <p:nvPr/>
          </p:nvGrpSpPr>
          <p:grpSpPr>
            <a:xfrm rot="5400000">
              <a:off x="7257775" y="1119741"/>
              <a:ext cx="216001" cy="1284685"/>
              <a:chOff x="3897718" y="1486872"/>
              <a:chExt cx="216001" cy="1284685"/>
            </a:xfrm>
          </p:grpSpPr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FEF24BDA-58D6-0EDC-5A37-91B50055511B}"/>
                  </a:ext>
                </a:extLst>
              </p:cNvPr>
              <p:cNvSpPr/>
              <p:nvPr/>
            </p:nvSpPr>
            <p:spPr>
              <a:xfrm>
                <a:off x="3897719" y="1486872"/>
                <a:ext cx="216000" cy="216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AEC5D663-B516-D768-6986-D15548AF531B}"/>
                  </a:ext>
                </a:extLst>
              </p:cNvPr>
              <p:cNvSpPr/>
              <p:nvPr/>
            </p:nvSpPr>
            <p:spPr>
              <a:xfrm>
                <a:off x="3897718" y="2555557"/>
                <a:ext cx="216000" cy="216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76" name="コネクタ: カギ線 75">
              <a:extLst>
                <a:ext uri="{FF2B5EF4-FFF2-40B4-BE49-F238E27FC236}">
                  <a16:creationId xmlns:a16="http://schemas.microsoft.com/office/drawing/2014/main" id="{1CE6C553-72D0-28E1-A163-62C567FEE170}"/>
                </a:ext>
              </a:extLst>
            </p:cNvPr>
            <p:cNvCxnSpPr>
              <a:cxnSpLocks/>
              <a:stCxn id="35" idx="3"/>
              <a:endCxn id="63" idx="3"/>
            </p:cNvCxnSpPr>
            <p:nvPr/>
          </p:nvCxnSpPr>
          <p:spPr>
            <a:xfrm rot="10800000">
              <a:off x="6831433" y="1870084"/>
              <a:ext cx="308934" cy="289851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グループ化 107">
              <a:extLst>
                <a:ext uri="{FF2B5EF4-FFF2-40B4-BE49-F238E27FC236}">
                  <a16:creationId xmlns:a16="http://schemas.microsoft.com/office/drawing/2014/main" id="{694DC2E8-3ABC-ABA7-C9DC-CBDC12696927}"/>
                </a:ext>
              </a:extLst>
            </p:cNvPr>
            <p:cNvGrpSpPr/>
            <p:nvPr/>
          </p:nvGrpSpPr>
          <p:grpSpPr>
            <a:xfrm>
              <a:off x="7287718" y="808629"/>
              <a:ext cx="240030" cy="310866"/>
              <a:chOff x="6465126" y="1974485"/>
              <a:chExt cx="240030" cy="310866"/>
            </a:xfrm>
          </p:grpSpPr>
          <p:grpSp>
            <p:nvGrpSpPr>
              <p:cNvPr id="95" name="グループ化 94">
                <a:extLst>
                  <a:ext uri="{FF2B5EF4-FFF2-40B4-BE49-F238E27FC236}">
                    <a16:creationId xmlns:a16="http://schemas.microsoft.com/office/drawing/2014/main" id="{2FE9F0DA-33ED-CCEB-869B-0C3BF4D61FA0}"/>
                  </a:ext>
                </a:extLst>
              </p:cNvPr>
              <p:cNvGrpSpPr/>
              <p:nvPr/>
            </p:nvGrpSpPr>
            <p:grpSpPr>
              <a:xfrm>
                <a:off x="6465126" y="1974485"/>
                <a:ext cx="240030" cy="310866"/>
                <a:chOff x="6182880" y="1501143"/>
                <a:chExt cx="240030" cy="310866"/>
              </a:xfrm>
            </p:grpSpPr>
            <p:cxnSp>
              <p:nvCxnSpPr>
                <p:cNvPr id="89" name="直線コネクタ 88">
                  <a:extLst>
                    <a:ext uri="{FF2B5EF4-FFF2-40B4-BE49-F238E27FC236}">
                      <a16:creationId xmlns:a16="http://schemas.microsoft.com/office/drawing/2014/main" id="{764C436F-B342-598E-EFA5-850B205912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82880" y="1501143"/>
                  <a:ext cx="0" cy="310866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2" name="正方形/長方形 91">
                  <a:extLst>
                    <a:ext uri="{FF2B5EF4-FFF2-40B4-BE49-F238E27FC236}">
                      <a16:creationId xmlns:a16="http://schemas.microsoft.com/office/drawing/2014/main" id="{EB32ABFE-ED74-92C5-C22C-4F754009E478}"/>
                    </a:ext>
                  </a:extLst>
                </p:cNvPr>
                <p:cNvSpPr/>
                <p:nvPr/>
              </p:nvSpPr>
              <p:spPr>
                <a:xfrm>
                  <a:off x="6244793" y="1519853"/>
                  <a:ext cx="116204" cy="27344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cxnSp>
              <p:nvCxnSpPr>
                <p:cNvPr id="94" name="直線コネクタ 93">
                  <a:extLst>
                    <a:ext uri="{FF2B5EF4-FFF2-40B4-BE49-F238E27FC236}">
                      <a16:creationId xmlns:a16="http://schemas.microsoft.com/office/drawing/2014/main" id="{8BDA71D1-24E9-8DEF-19AD-9FAF684A30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2910" y="1501143"/>
                  <a:ext cx="0" cy="310866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6" name="楕円 105">
                <a:extLst>
                  <a:ext uri="{FF2B5EF4-FFF2-40B4-BE49-F238E27FC236}">
                    <a16:creationId xmlns:a16="http://schemas.microsoft.com/office/drawing/2014/main" id="{37820895-73F8-B729-03D3-E8E778F2E32D}"/>
                  </a:ext>
                </a:extLst>
              </p:cNvPr>
              <p:cNvSpPr/>
              <p:nvPr/>
            </p:nvSpPr>
            <p:spPr>
              <a:xfrm>
                <a:off x="6473223" y="2106904"/>
                <a:ext cx="45720" cy="457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7" name="楕円 106">
                <a:extLst>
                  <a:ext uri="{FF2B5EF4-FFF2-40B4-BE49-F238E27FC236}">
                    <a16:creationId xmlns:a16="http://schemas.microsoft.com/office/drawing/2014/main" id="{A6B7C33C-DEAF-3F0D-7190-85945373DD41}"/>
                  </a:ext>
                </a:extLst>
              </p:cNvPr>
              <p:cNvSpPr/>
              <p:nvPr/>
            </p:nvSpPr>
            <p:spPr>
              <a:xfrm>
                <a:off x="6651181" y="2106904"/>
                <a:ext cx="45720" cy="457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09" name="コネクタ: カギ線 108">
              <a:extLst>
                <a:ext uri="{FF2B5EF4-FFF2-40B4-BE49-F238E27FC236}">
                  <a16:creationId xmlns:a16="http://schemas.microsoft.com/office/drawing/2014/main" id="{FEF68304-E9CF-C864-71D1-A88E3ECEBAF9}"/>
                </a:ext>
              </a:extLst>
            </p:cNvPr>
            <p:cNvCxnSpPr>
              <a:cxnSpLocks/>
              <a:stCxn id="63" idx="1"/>
              <a:endCxn id="106" idx="2"/>
            </p:cNvCxnSpPr>
            <p:nvPr/>
          </p:nvCxnSpPr>
          <p:spPr>
            <a:xfrm rot="5400000" flipH="1" flipV="1">
              <a:off x="6718537" y="1076805"/>
              <a:ext cx="690175" cy="464382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コネクタ: カギ線 116">
              <a:extLst>
                <a:ext uri="{FF2B5EF4-FFF2-40B4-BE49-F238E27FC236}">
                  <a16:creationId xmlns:a16="http://schemas.microsoft.com/office/drawing/2014/main" id="{C4FDE3A9-CB5A-43E3-F5B0-D2CF9708B421}"/>
                </a:ext>
              </a:extLst>
            </p:cNvPr>
            <p:cNvCxnSpPr>
              <a:cxnSpLocks/>
              <a:stCxn id="62" idx="1"/>
              <a:endCxn id="107" idx="6"/>
            </p:cNvCxnSpPr>
            <p:nvPr/>
          </p:nvCxnSpPr>
          <p:spPr>
            <a:xfrm rot="16200000" flipV="1">
              <a:off x="7364718" y="1118683"/>
              <a:ext cx="690176" cy="380625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コネクタ: カギ線 121">
              <a:extLst>
                <a:ext uri="{FF2B5EF4-FFF2-40B4-BE49-F238E27FC236}">
                  <a16:creationId xmlns:a16="http://schemas.microsoft.com/office/drawing/2014/main" id="{1BFE2D42-E5AF-B2AD-6951-438FD20921DE}"/>
                </a:ext>
              </a:extLst>
            </p:cNvPr>
            <p:cNvCxnSpPr>
              <a:cxnSpLocks/>
              <a:stCxn id="48" idx="0"/>
              <a:endCxn id="62" idx="3"/>
            </p:cNvCxnSpPr>
            <p:nvPr/>
          </p:nvCxnSpPr>
          <p:spPr>
            <a:xfrm rot="5400000" flipH="1" flipV="1">
              <a:off x="7074463" y="2203355"/>
              <a:ext cx="1158925" cy="492385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10F8426D-FB3C-8D99-6EA2-75181299DA96}"/>
                </a:ext>
              </a:extLst>
            </p:cNvPr>
            <p:cNvSpPr/>
            <p:nvPr/>
          </p:nvSpPr>
          <p:spPr>
            <a:xfrm rot="5400000">
              <a:off x="9857905" y="3321000"/>
              <a:ext cx="216000" cy="216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81B451B3-B6BE-FDCC-D8E6-72402B78F10E}"/>
                </a:ext>
              </a:extLst>
            </p:cNvPr>
            <p:cNvCxnSpPr>
              <a:cxnSpLocks/>
              <a:stCxn id="46" idx="0"/>
              <a:endCxn id="73" idx="2"/>
            </p:cNvCxnSpPr>
            <p:nvPr/>
          </p:nvCxnSpPr>
          <p:spPr>
            <a:xfrm>
              <a:off x="9365977" y="3429000"/>
              <a:ext cx="49192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4A3618E6-B179-FC7B-0BB0-B5E20143FC01}"/>
                </a:ext>
              </a:extLst>
            </p:cNvPr>
            <p:cNvSpPr/>
            <p:nvPr/>
          </p:nvSpPr>
          <p:spPr>
            <a:xfrm>
              <a:off x="2562406" y="3320999"/>
              <a:ext cx="216000" cy="216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0E9A7B00-5D5C-DE41-4CAE-6AFCCF054BB2}"/>
                </a:ext>
              </a:extLst>
            </p:cNvPr>
            <p:cNvSpPr/>
            <p:nvPr/>
          </p:nvSpPr>
          <p:spPr>
            <a:xfrm>
              <a:off x="2562406" y="4429287"/>
              <a:ext cx="216000" cy="216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151" name="コネクタ: カギ線 150">
              <a:extLst>
                <a:ext uri="{FF2B5EF4-FFF2-40B4-BE49-F238E27FC236}">
                  <a16:creationId xmlns:a16="http://schemas.microsoft.com/office/drawing/2014/main" id="{0148BC4D-EAF8-73DA-7DC1-A3EA8AAEA3E6}"/>
                </a:ext>
              </a:extLst>
            </p:cNvPr>
            <p:cNvCxnSpPr>
              <a:cxnSpLocks/>
              <a:stCxn id="170" idx="0"/>
              <a:endCxn id="149" idx="1"/>
            </p:cNvCxnSpPr>
            <p:nvPr/>
          </p:nvCxnSpPr>
          <p:spPr>
            <a:xfrm>
              <a:off x="1738102" y="4323038"/>
              <a:ext cx="824304" cy="214249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86" name="グループ化 185">
              <a:extLst>
                <a:ext uri="{FF2B5EF4-FFF2-40B4-BE49-F238E27FC236}">
                  <a16:creationId xmlns:a16="http://schemas.microsoft.com/office/drawing/2014/main" id="{4C5A3E6C-05E3-4E8B-89DE-FD568C75E8DF}"/>
                </a:ext>
              </a:extLst>
            </p:cNvPr>
            <p:cNvGrpSpPr/>
            <p:nvPr/>
          </p:nvGrpSpPr>
          <p:grpSpPr>
            <a:xfrm>
              <a:off x="1085932" y="2740274"/>
              <a:ext cx="755220" cy="1712117"/>
              <a:chOff x="707417" y="3167684"/>
              <a:chExt cx="755220" cy="1712117"/>
            </a:xfrm>
          </p:grpSpPr>
          <p:sp>
            <p:nvSpPr>
              <p:cNvPr id="5" name="二等辺三角形 4">
                <a:extLst>
                  <a:ext uri="{FF2B5EF4-FFF2-40B4-BE49-F238E27FC236}">
                    <a16:creationId xmlns:a16="http://schemas.microsoft.com/office/drawing/2014/main" id="{A996A734-5E7C-FDCE-8804-A810E4131F9F}"/>
                  </a:ext>
                </a:extLst>
              </p:cNvPr>
              <p:cNvSpPr/>
              <p:nvPr/>
            </p:nvSpPr>
            <p:spPr>
              <a:xfrm rot="10800000">
                <a:off x="883964" y="3167684"/>
                <a:ext cx="391644" cy="337624"/>
              </a:xfrm>
              <a:prstGeom prst="triangl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19ABC62D-A4DA-7556-B4BD-8D560BB321C7}"/>
                  </a:ext>
                </a:extLst>
              </p:cNvPr>
              <p:cNvCxnSpPr>
                <a:cxnSpLocks/>
                <a:endCxn id="5" idx="0"/>
              </p:cNvCxnSpPr>
              <p:nvPr/>
            </p:nvCxnSpPr>
            <p:spPr>
              <a:xfrm flipV="1">
                <a:off x="1079785" y="3505308"/>
                <a:ext cx="1" cy="510172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1" name="グループ化 20">
                <a:extLst>
                  <a:ext uri="{FF2B5EF4-FFF2-40B4-BE49-F238E27FC236}">
                    <a16:creationId xmlns:a16="http://schemas.microsoft.com/office/drawing/2014/main" id="{A74B64B3-26DC-31F1-4815-6A0981307812}"/>
                  </a:ext>
                </a:extLst>
              </p:cNvPr>
              <p:cNvGrpSpPr/>
              <p:nvPr/>
            </p:nvGrpSpPr>
            <p:grpSpPr>
              <a:xfrm flipH="1">
                <a:off x="846387" y="4020353"/>
                <a:ext cx="278424" cy="729176"/>
                <a:chOff x="2033542" y="2005281"/>
                <a:chExt cx="278424" cy="729176"/>
              </a:xfrm>
            </p:grpSpPr>
            <p:sp>
              <p:nvSpPr>
                <p:cNvPr id="17" name="円弧 16">
                  <a:extLst>
                    <a:ext uri="{FF2B5EF4-FFF2-40B4-BE49-F238E27FC236}">
                      <a16:creationId xmlns:a16="http://schemas.microsoft.com/office/drawing/2014/main" id="{976FE416-3010-E4AF-2373-90D431BE3F72}"/>
                    </a:ext>
                  </a:extLst>
                </p:cNvPr>
                <p:cNvSpPr/>
                <p:nvPr/>
              </p:nvSpPr>
              <p:spPr>
                <a:xfrm>
                  <a:off x="2033542" y="2005281"/>
                  <a:ext cx="278424" cy="182294"/>
                </a:xfrm>
                <a:prstGeom prst="arc">
                  <a:avLst>
                    <a:gd name="adj1" fmla="val 16200000"/>
                    <a:gd name="adj2" fmla="val 539087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8" name="円弧 17">
                  <a:extLst>
                    <a:ext uri="{FF2B5EF4-FFF2-40B4-BE49-F238E27FC236}">
                      <a16:creationId xmlns:a16="http://schemas.microsoft.com/office/drawing/2014/main" id="{7D3DD755-D2DB-CF0A-2E8B-50BDC24C1D26}"/>
                    </a:ext>
                  </a:extLst>
                </p:cNvPr>
                <p:cNvSpPr/>
                <p:nvPr/>
              </p:nvSpPr>
              <p:spPr>
                <a:xfrm>
                  <a:off x="2033542" y="2187575"/>
                  <a:ext cx="278424" cy="182294"/>
                </a:xfrm>
                <a:prstGeom prst="arc">
                  <a:avLst>
                    <a:gd name="adj1" fmla="val 16200000"/>
                    <a:gd name="adj2" fmla="val 539087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9" name="円弧 18">
                  <a:extLst>
                    <a:ext uri="{FF2B5EF4-FFF2-40B4-BE49-F238E27FC236}">
                      <a16:creationId xmlns:a16="http://schemas.microsoft.com/office/drawing/2014/main" id="{51DF925A-732B-330A-5BD7-3FEA3D3CB850}"/>
                    </a:ext>
                  </a:extLst>
                </p:cNvPr>
                <p:cNvSpPr/>
                <p:nvPr/>
              </p:nvSpPr>
              <p:spPr>
                <a:xfrm>
                  <a:off x="2033542" y="2369869"/>
                  <a:ext cx="278424" cy="182294"/>
                </a:xfrm>
                <a:prstGeom prst="arc">
                  <a:avLst>
                    <a:gd name="adj1" fmla="val 16200000"/>
                    <a:gd name="adj2" fmla="val 539087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0" name="円弧 19">
                  <a:extLst>
                    <a:ext uri="{FF2B5EF4-FFF2-40B4-BE49-F238E27FC236}">
                      <a16:creationId xmlns:a16="http://schemas.microsoft.com/office/drawing/2014/main" id="{C47071C8-5F48-D74F-64F3-7D0B5DA7E886}"/>
                    </a:ext>
                  </a:extLst>
                </p:cNvPr>
                <p:cNvSpPr/>
                <p:nvPr/>
              </p:nvSpPr>
              <p:spPr>
                <a:xfrm>
                  <a:off x="2033542" y="2552163"/>
                  <a:ext cx="278424" cy="182294"/>
                </a:xfrm>
                <a:prstGeom prst="arc">
                  <a:avLst>
                    <a:gd name="adj1" fmla="val 16200000"/>
                    <a:gd name="adj2" fmla="val 539087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F88129EA-EC6D-0E8C-3291-92AF3F981344}"/>
                  </a:ext>
                </a:extLst>
              </p:cNvPr>
              <p:cNvCxnSpPr/>
              <p:nvPr/>
            </p:nvCxnSpPr>
            <p:spPr>
              <a:xfrm>
                <a:off x="707417" y="3890080"/>
                <a:ext cx="0" cy="989721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6064E36A-2005-2B52-5805-E8B6F3E01063}"/>
                  </a:ext>
                </a:extLst>
              </p:cNvPr>
              <p:cNvCxnSpPr/>
              <p:nvPr/>
            </p:nvCxnSpPr>
            <p:spPr>
              <a:xfrm>
                <a:off x="768377" y="3890080"/>
                <a:ext cx="0" cy="989721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65" name="グループ化 164">
                <a:extLst>
                  <a:ext uri="{FF2B5EF4-FFF2-40B4-BE49-F238E27FC236}">
                    <a16:creationId xmlns:a16="http://schemas.microsoft.com/office/drawing/2014/main" id="{381ADA63-BD7D-AA25-4A0B-F93D48392A94}"/>
                  </a:ext>
                </a:extLst>
              </p:cNvPr>
              <p:cNvGrpSpPr/>
              <p:nvPr/>
            </p:nvGrpSpPr>
            <p:grpSpPr>
              <a:xfrm rot="5400000">
                <a:off x="1251732" y="4225702"/>
                <a:ext cx="110944" cy="310866"/>
                <a:chOff x="2248712" y="1923888"/>
                <a:chExt cx="110944" cy="310866"/>
              </a:xfrm>
            </p:grpSpPr>
            <p:cxnSp>
              <p:nvCxnSpPr>
                <p:cNvPr id="161" name="直線コネクタ 160">
                  <a:extLst>
                    <a:ext uri="{FF2B5EF4-FFF2-40B4-BE49-F238E27FC236}">
                      <a16:creationId xmlns:a16="http://schemas.microsoft.com/office/drawing/2014/main" id="{FEDFA418-1CAC-97E2-E7E8-08D9F929C3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50086" y="1923888"/>
                  <a:ext cx="0" cy="310866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線コネクタ 162">
                  <a:extLst>
                    <a:ext uri="{FF2B5EF4-FFF2-40B4-BE49-F238E27FC236}">
                      <a16:creationId xmlns:a16="http://schemas.microsoft.com/office/drawing/2014/main" id="{047E5246-F411-4C9C-F0A4-5E9121223E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9656" y="1923888"/>
                  <a:ext cx="0" cy="310866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楕円 158">
                  <a:extLst>
                    <a:ext uri="{FF2B5EF4-FFF2-40B4-BE49-F238E27FC236}">
                      <a16:creationId xmlns:a16="http://schemas.microsoft.com/office/drawing/2014/main" id="{807730AF-0399-269E-8382-7524E34AF62C}"/>
                    </a:ext>
                  </a:extLst>
                </p:cNvPr>
                <p:cNvSpPr/>
                <p:nvPr/>
              </p:nvSpPr>
              <p:spPr>
                <a:xfrm>
                  <a:off x="2248712" y="2023849"/>
                  <a:ext cx="110944" cy="110944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69" name="楕円 168">
                <a:extLst>
                  <a:ext uri="{FF2B5EF4-FFF2-40B4-BE49-F238E27FC236}">
                    <a16:creationId xmlns:a16="http://schemas.microsoft.com/office/drawing/2014/main" id="{0AFEB014-F3BC-C39F-D3FA-7C862CAC58D7}"/>
                  </a:ext>
                </a:extLst>
              </p:cNvPr>
              <p:cNvSpPr/>
              <p:nvPr/>
            </p:nvSpPr>
            <p:spPr>
              <a:xfrm rot="5400000">
                <a:off x="1254821" y="3967439"/>
                <a:ext cx="104766" cy="1047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0" name="楕円 169">
                <a:extLst>
                  <a:ext uri="{FF2B5EF4-FFF2-40B4-BE49-F238E27FC236}">
                    <a16:creationId xmlns:a16="http://schemas.microsoft.com/office/drawing/2014/main" id="{F8A590AC-BD24-E8C9-10C7-5DC01A0D3D25}"/>
                  </a:ext>
                </a:extLst>
              </p:cNvPr>
              <p:cNvSpPr/>
              <p:nvPr/>
            </p:nvSpPr>
            <p:spPr>
              <a:xfrm rot="5400000">
                <a:off x="1254821" y="4698065"/>
                <a:ext cx="104766" cy="1047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71" name="直線コネクタ 170">
                <a:extLst>
                  <a:ext uri="{FF2B5EF4-FFF2-40B4-BE49-F238E27FC236}">
                    <a16:creationId xmlns:a16="http://schemas.microsoft.com/office/drawing/2014/main" id="{0AFED026-6683-F1AA-B332-4D2F185BD949}"/>
                  </a:ext>
                </a:extLst>
              </p:cNvPr>
              <p:cNvCxnSpPr>
                <a:cxnSpLocks/>
                <a:stCxn id="159" idx="2"/>
                <a:endCxn id="169" idx="6"/>
              </p:cNvCxnSpPr>
              <p:nvPr/>
            </p:nvCxnSpPr>
            <p:spPr>
              <a:xfrm flipV="1">
                <a:off x="1307204" y="4072205"/>
                <a:ext cx="0" cy="253458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直線コネクタ 173">
                <a:extLst>
                  <a:ext uri="{FF2B5EF4-FFF2-40B4-BE49-F238E27FC236}">
                    <a16:creationId xmlns:a16="http://schemas.microsoft.com/office/drawing/2014/main" id="{E314A136-8626-C7CD-80E8-C749D80ED54B}"/>
                  </a:ext>
                </a:extLst>
              </p:cNvPr>
              <p:cNvCxnSpPr>
                <a:cxnSpLocks/>
                <a:stCxn id="170" idx="2"/>
                <a:endCxn id="159" idx="6"/>
              </p:cNvCxnSpPr>
              <p:nvPr/>
            </p:nvCxnSpPr>
            <p:spPr>
              <a:xfrm flipV="1">
                <a:off x="1307204" y="4436607"/>
                <a:ext cx="0" cy="261458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直線コネクタ 177">
                <a:extLst>
                  <a:ext uri="{FF2B5EF4-FFF2-40B4-BE49-F238E27FC236}">
                    <a16:creationId xmlns:a16="http://schemas.microsoft.com/office/drawing/2014/main" id="{C0EA0B49-3930-6A39-1A8B-441278ADCC10}"/>
                  </a:ext>
                </a:extLst>
              </p:cNvPr>
              <p:cNvCxnSpPr>
                <a:cxnSpLocks/>
                <a:stCxn id="169" idx="4"/>
                <a:endCxn id="17" idx="0"/>
              </p:cNvCxnSpPr>
              <p:nvPr/>
            </p:nvCxnSpPr>
            <p:spPr>
              <a:xfrm flipH="1">
                <a:off x="985599" y="4019822"/>
                <a:ext cx="269222" cy="5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3" name="直線コネクタ 182">
                <a:extLst>
                  <a:ext uri="{FF2B5EF4-FFF2-40B4-BE49-F238E27FC236}">
                    <a16:creationId xmlns:a16="http://schemas.microsoft.com/office/drawing/2014/main" id="{5FB3BB2C-4E96-2964-0B14-070A9E01C3D8}"/>
                  </a:ext>
                </a:extLst>
              </p:cNvPr>
              <p:cNvCxnSpPr>
                <a:cxnSpLocks/>
                <a:stCxn id="170" idx="4"/>
                <a:endCxn id="20" idx="2"/>
              </p:cNvCxnSpPr>
              <p:nvPr/>
            </p:nvCxnSpPr>
            <p:spPr>
              <a:xfrm flipH="1" flipV="1">
                <a:off x="985357" y="4749529"/>
                <a:ext cx="269464" cy="91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89" name="直線コネクタ 188">
              <a:extLst>
                <a:ext uri="{FF2B5EF4-FFF2-40B4-BE49-F238E27FC236}">
                  <a16:creationId xmlns:a16="http://schemas.microsoft.com/office/drawing/2014/main" id="{884DBFA8-3CB4-8A30-21AB-68C24F52DE07}"/>
                </a:ext>
              </a:extLst>
            </p:cNvPr>
            <p:cNvCxnSpPr>
              <a:cxnSpLocks/>
              <a:stCxn id="42" idx="3"/>
              <a:endCxn id="137" idx="3"/>
            </p:cNvCxnSpPr>
            <p:nvPr/>
          </p:nvCxnSpPr>
          <p:spPr>
            <a:xfrm flipH="1" flipV="1">
              <a:off x="2778406" y="3428999"/>
              <a:ext cx="325038" cy="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D714A8D4-930B-2217-83D5-574A29311F94}"/>
                </a:ext>
              </a:extLst>
            </p:cNvPr>
            <p:cNvSpPr/>
            <p:nvPr/>
          </p:nvSpPr>
          <p:spPr>
            <a:xfrm>
              <a:off x="3326113" y="4297157"/>
              <a:ext cx="914400" cy="48026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Bias</a:t>
              </a:r>
              <a:endParaRPr kumimoji="1" lang="ja-JP" altLang="en-US" dirty="0"/>
            </a:p>
          </p:txBody>
        </p:sp>
        <p:cxnSp>
          <p:nvCxnSpPr>
            <p:cNvPr id="193" name="直線コネクタ 192">
              <a:extLst>
                <a:ext uri="{FF2B5EF4-FFF2-40B4-BE49-F238E27FC236}">
                  <a16:creationId xmlns:a16="http://schemas.microsoft.com/office/drawing/2014/main" id="{EFE6E07B-8998-7F78-0297-B8457C67EEDA}"/>
                </a:ext>
              </a:extLst>
            </p:cNvPr>
            <p:cNvCxnSpPr>
              <a:cxnSpLocks/>
              <a:stCxn id="192" idx="1"/>
              <a:endCxn id="149" idx="3"/>
            </p:cNvCxnSpPr>
            <p:nvPr/>
          </p:nvCxnSpPr>
          <p:spPr>
            <a:xfrm flipH="1">
              <a:off x="2778406" y="4537287"/>
              <a:ext cx="54770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18" name="グループ化 217">
              <a:extLst>
                <a:ext uri="{FF2B5EF4-FFF2-40B4-BE49-F238E27FC236}">
                  <a16:creationId xmlns:a16="http://schemas.microsoft.com/office/drawing/2014/main" id="{FBCAC5EE-C43A-5E3A-8E94-13C165B73809}"/>
                </a:ext>
              </a:extLst>
            </p:cNvPr>
            <p:cNvGrpSpPr/>
            <p:nvPr/>
          </p:nvGrpSpPr>
          <p:grpSpPr>
            <a:xfrm>
              <a:off x="4137469" y="785923"/>
              <a:ext cx="970634" cy="310866"/>
              <a:chOff x="4150275" y="785923"/>
              <a:chExt cx="970634" cy="310866"/>
            </a:xfrm>
          </p:grpSpPr>
          <p:grpSp>
            <p:nvGrpSpPr>
              <p:cNvPr id="197" name="グループ化 196">
                <a:extLst>
                  <a:ext uri="{FF2B5EF4-FFF2-40B4-BE49-F238E27FC236}">
                    <a16:creationId xmlns:a16="http://schemas.microsoft.com/office/drawing/2014/main" id="{E58CDBFD-00D4-632B-BE87-E2948AADCE68}"/>
                  </a:ext>
                </a:extLst>
              </p:cNvPr>
              <p:cNvGrpSpPr/>
              <p:nvPr/>
            </p:nvGrpSpPr>
            <p:grpSpPr>
              <a:xfrm>
                <a:off x="4150275" y="785923"/>
                <a:ext cx="240030" cy="310866"/>
                <a:chOff x="6465126" y="1974485"/>
                <a:chExt cx="240030" cy="310866"/>
              </a:xfrm>
            </p:grpSpPr>
            <p:grpSp>
              <p:nvGrpSpPr>
                <p:cNvPr id="198" name="グループ化 197">
                  <a:extLst>
                    <a:ext uri="{FF2B5EF4-FFF2-40B4-BE49-F238E27FC236}">
                      <a16:creationId xmlns:a16="http://schemas.microsoft.com/office/drawing/2014/main" id="{0D710807-6121-16E4-0786-DF991E0FD3E6}"/>
                    </a:ext>
                  </a:extLst>
                </p:cNvPr>
                <p:cNvGrpSpPr/>
                <p:nvPr/>
              </p:nvGrpSpPr>
              <p:grpSpPr>
                <a:xfrm>
                  <a:off x="6465126" y="1974485"/>
                  <a:ext cx="240030" cy="310866"/>
                  <a:chOff x="6182880" y="1501143"/>
                  <a:chExt cx="240030" cy="310866"/>
                </a:xfrm>
              </p:grpSpPr>
              <p:cxnSp>
                <p:nvCxnSpPr>
                  <p:cNvPr id="201" name="直線コネクタ 200">
                    <a:extLst>
                      <a:ext uri="{FF2B5EF4-FFF2-40B4-BE49-F238E27FC236}">
                        <a16:creationId xmlns:a16="http://schemas.microsoft.com/office/drawing/2014/main" id="{37C12846-00AA-8419-4EE7-59BADB8FF9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82880" y="1501143"/>
                    <a:ext cx="0" cy="310866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2" name="正方形/長方形 201">
                    <a:extLst>
                      <a:ext uri="{FF2B5EF4-FFF2-40B4-BE49-F238E27FC236}">
                        <a16:creationId xmlns:a16="http://schemas.microsoft.com/office/drawing/2014/main" id="{F96D5C0C-D764-39BD-A878-EAC7BBAA4912}"/>
                      </a:ext>
                    </a:extLst>
                  </p:cNvPr>
                  <p:cNvSpPr/>
                  <p:nvPr/>
                </p:nvSpPr>
                <p:spPr>
                  <a:xfrm>
                    <a:off x="6244793" y="1519853"/>
                    <a:ext cx="116204" cy="273446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cxnSp>
                <p:nvCxnSpPr>
                  <p:cNvPr id="203" name="直線コネクタ 202">
                    <a:extLst>
                      <a:ext uri="{FF2B5EF4-FFF2-40B4-BE49-F238E27FC236}">
                        <a16:creationId xmlns:a16="http://schemas.microsoft.com/office/drawing/2014/main" id="{F2B09B34-235D-CC54-BAC8-0312ACBA57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422910" y="1501143"/>
                    <a:ext cx="0" cy="310866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9" name="楕円 198">
                  <a:extLst>
                    <a:ext uri="{FF2B5EF4-FFF2-40B4-BE49-F238E27FC236}">
                      <a16:creationId xmlns:a16="http://schemas.microsoft.com/office/drawing/2014/main" id="{5E1FA9F9-929F-F919-7AC1-27C30AB9B818}"/>
                    </a:ext>
                  </a:extLst>
                </p:cNvPr>
                <p:cNvSpPr/>
                <p:nvPr/>
              </p:nvSpPr>
              <p:spPr>
                <a:xfrm>
                  <a:off x="6473223" y="2106904"/>
                  <a:ext cx="45720" cy="4572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00" name="楕円 199">
                  <a:extLst>
                    <a:ext uri="{FF2B5EF4-FFF2-40B4-BE49-F238E27FC236}">
                      <a16:creationId xmlns:a16="http://schemas.microsoft.com/office/drawing/2014/main" id="{77CA1402-5E3F-1787-D766-BD620ECB9AB7}"/>
                    </a:ext>
                  </a:extLst>
                </p:cNvPr>
                <p:cNvSpPr/>
                <p:nvPr/>
              </p:nvSpPr>
              <p:spPr>
                <a:xfrm>
                  <a:off x="6651181" y="2106904"/>
                  <a:ext cx="45720" cy="4572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204" name="正方形/長方形 203">
                <a:extLst>
                  <a:ext uri="{FF2B5EF4-FFF2-40B4-BE49-F238E27FC236}">
                    <a16:creationId xmlns:a16="http://schemas.microsoft.com/office/drawing/2014/main" id="{543A42FD-797D-D607-F34E-87B67C5CCD17}"/>
                  </a:ext>
                </a:extLst>
              </p:cNvPr>
              <p:cNvSpPr/>
              <p:nvPr/>
            </p:nvSpPr>
            <p:spPr>
              <a:xfrm>
                <a:off x="4572272" y="851978"/>
                <a:ext cx="548637" cy="178447"/>
              </a:xfrm>
              <a:prstGeom prst="rect">
                <a:avLst/>
              </a:prstGeom>
              <a:noFill/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05" name="直線コネクタ 204">
                <a:extLst>
                  <a:ext uri="{FF2B5EF4-FFF2-40B4-BE49-F238E27FC236}">
                    <a16:creationId xmlns:a16="http://schemas.microsoft.com/office/drawing/2014/main" id="{D88DA44F-862E-634A-9E8A-280ECD3681F7}"/>
                  </a:ext>
                </a:extLst>
              </p:cNvPr>
              <p:cNvCxnSpPr>
                <a:cxnSpLocks/>
                <a:stCxn id="204" idx="1"/>
                <a:endCxn id="200" idx="6"/>
              </p:cNvCxnSpPr>
              <p:nvPr/>
            </p:nvCxnSpPr>
            <p:spPr>
              <a:xfrm flipH="1">
                <a:off x="4382050" y="941202"/>
                <a:ext cx="190222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8" name="コネクタ: カギ線 207">
              <a:extLst>
                <a:ext uri="{FF2B5EF4-FFF2-40B4-BE49-F238E27FC236}">
                  <a16:creationId xmlns:a16="http://schemas.microsoft.com/office/drawing/2014/main" id="{0E448616-079B-A5D2-34E9-6777F44B7742}"/>
                </a:ext>
              </a:extLst>
            </p:cNvPr>
            <p:cNvCxnSpPr>
              <a:cxnSpLocks/>
              <a:stCxn id="128" idx="1"/>
              <a:endCxn id="199" idx="2"/>
            </p:cNvCxnSpPr>
            <p:nvPr/>
          </p:nvCxnSpPr>
          <p:spPr>
            <a:xfrm rot="16200000" flipV="1">
              <a:off x="3836805" y="1249963"/>
              <a:ext cx="712880" cy="95357"/>
            </a:xfrm>
            <a:prstGeom prst="bentConnector4">
              <a:avLst>
                <a:gd name="adj1" fmla="val 48397"/>
                <a:gd name="adj2" fmla="val 352989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2" name="コネクタ: カギ線 211">
              <a:extLst>
                <a:ext uri="{FF2B5EF4-FFF2-40B4-BE49-F238E27FC236}">
                  <a16:creationId xmlns:a16="http://schemas.microsoft.com/office/drawing/2014/main" id="{38A908BF-4F01-D0DA-5C50-9D9CA416C0B2}"/>
                </a:ext>
              </a:extLst>
            </p:cNvPr>
            <p:cNvCxnSpPr>
              <a:cxnSpLocks/>
              <a:stCxn id="127" idx="1"/>
              <a:endCxn id="204" idx="3"/>
            </p:cNvCxnSpPr>
            <p:nvPr/>
          </p:nvCxnSpPr>
          <p:spPr>
            <a:xfrm rot="5400000" flipH="1" flipV="1">
              <a:off x="4699935" y="1245917"/>
              <a:ext cx="712882" cy="103453"/>
            </a:xfrm>
            <a:prstGeom prst="bentConnector4">
              <a:avLst>
                <a:gd name="adj1" fmla="val 43742"/>
                <a:gd name="adj2" fmla="val 32097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8174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4FD30E6-5345-1474-EAA1-71B47DD87168}"/>
              </a:ext>
            </a:extLst>
          </p:cNvPr>
          <p:cNvSpPr/>
          <p:nvPr/>
        </p:nvSpPr>
        <p:spPr>
          <a:xfrm>
            <a:off x="2379542" y="598341"/>
            <a:ext cx="6646985" cy="35498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2E95733A-3A03-098B-B5AB-145727B5FF07}"/>
              </a:ext>
            </a:extLst>
          </p:cNvPr>
          <p:cNvSpPr/>
          <p:nvPr/>
        </p:nvSpPr>
        <p:spPr>
          <a:xfrm rot="10800000">
            <a:off x="315773" y="1252025"/>
            <a:ext cx="391644" cy="337624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7116EF6-1D27-5A86-0145-9DBB6DD0BBCB}"/>
              </a:ext>
            </a:extLst>
          </p:cNvPr>
          <p:cNvCxnSpPr>
            <a:stCxn id="6" idx="0"/>
            <a:endCxn id="5" idx="0"/>
          </p:cNvCxnSpPr>
          <p:nvPr/>
        </p:nvCxnSpPr>
        <p:spPr>
          <a:xfrm flipV="1">
            <a:off x="511594" y="1589649"/>
            <a:ext cx="1" cy="51017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B00E2556-0FD2-D9CC-6EAA-5C231AFF6902}"/>
              </a:ext>
            </a:extLst>
          </p:cNvPr>
          <p:cNvSpPr/>
          <p:nvPr/>
        </p:nvSpPr>
        <p:spPr>
          <a:xfrm flipV="1">
            <a:off x="396024" y="3118383"/>
            <a:ext cx="231139" cy="124461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18E0BFA-FFB0-58E2-EDAF-C58173818F5E}"/>
              </a:ext>
            </a:extLst>
          </p:cNvPr>
          <p:cNvCxnSpPr>
            <a:cxnSpLocks/>
            <a:stCxn id="12" idx="3"/>
            <a:endCxn id="8" idx="2"/>
          </p:cNvCxnSpPr>
          <p:nvPr/>
        </p:nvCxnSpPr>
        <p:spPr>
          <a:xfrm flipV="1">
            <a:off x="511594" y="2646703"/>
            <a:ext cx="242" cy="47168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A42E45F2-5E34-43A8-5E2B-134B6F7ADC7A}"/>
              </a:ext>
            </a:extLst>
          </p:cNvPr>
          <p:cNvGrpSpPr/>
          <p:nvPr/>
        </p:nvGrpSpPr>
        <p:grpSpPr>
          <a:xfrm>
            <a:off x="372382" y="1878401"/>
            <a:ext cx="752429" cy="989721"/>
            <a:chOff x="1439182" y="1849901"/>
            <a:chExt cx="752429" cy="989721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03CBCB68-C77D-F90F-CA14-6F46A148BF7C}"/>
                </a:ext>
              </a:extLst>
            </p:cNvPr>
            <p:cNvGrpSpPr/>
            <p:nvPr/>
          </p:nvGrpSpPr>
          <p:grpSpPr>
            <a:xfrm>
              <a:off x="1439182" y="2071321"/>
              <a:ext cx="278424" cy="546882"/>
              <a:chOff x="1411311" y="2078941"/>
              <a:chExt cx="278424" cy="546882"/>
            </a:xfrm>
          </p:grpSpPr>
          <p:sp>
            <p:nvSpPr>
              <p:cNvPr id="6" name="円弧 5">
                <a:extLst>
                  <a:ext uri="{FF2B5EF4-FFF2-40B4-BE49-F238E27FC236}">
                    <a16:creationId xmlns:a16="http://schemas.microsoft.com/office/drawing/2014/main" id="{296E0790-E9A4-3FF2-4A69-52566FF099B1}"/>
                  </a:ext>
                </a:extLst>
              </p:cNvPr>
              <p:cNvSpPr/>
              <p:nvPr/>
            </p:nvSpPr>
            <p:spPr>
              <a:xfrm>
                <a:off x="1411311" y="2078941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円弧 6">
                <a:extLst>
                  <a:ext uri="{FF2B5EF4-FFF2-40B4-BE49-F238E27FC236}">
                    <a16:creationId xmlns:a16="http://schemas.microsoft.com/office/drawing/2014/main" id="{4C3B9AD5-ABF9-13CA-1F70-B19D39021864}"/>
                  </a:ext>
                </a:extLst>
              </p:cNvPr>
              <p:cNvSpPr/>
              <p:nvPr/>
            </p:nvSpPr>
            <p:spPr>
              <a:xfrm>
                <a:off x="1411311" y="2261235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円弧 7">
                <a:extLst>
                  <a:ext uri="{FF2B5EF4-FFF2-40B4-BE49-F238E27FC236}">
                    <a16:creationId xmlns:a16="http://schemas.microsoft.com/office/drawing/2014/main" id="{D7D27BBD-79BE-4023-A75B-5766AEF45B8B}"/>
                  </a:ext>
                </a:extLst>
              </p:cNvPr>
              <p:cNvSpPr/>
              <p:nvPr/>
            </p:nvSpPr>
            <p:spPr>
              <a:xfrm>
                <a:off x="1411311" y="2443529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690049A9-E0DE-6744-D855-84B20745F761}"/>
                </a:ext>
              </a:extLst>
            </p:cNvPr>
            <p:cNvGrpSpPr/>
            <p:nvPr/>
          </p:nvGrpSpPr>
          <p:grpSpPr>
            <a:xfrm flipH="1">
              <a:off x="1913187" y="1980174"/>
              <a:ext cx="278424" cy="729176"/>
              <a:chOff x="2033542" y="2005281"/>
              <a:chExt cx="278424" cy="729176"/>
            </a:xfrm>
          </p:grpSpPr>
          <p:sp>
            <p:nvSpPr>
              <p:cNvPr id="17" name="円弧 16">
                <a:extLst>
                  <a:ext uri="{FF2B5EF4-FFF2-40B4-BE49-F238E27FC236}">
                    <a16:creationId xmlns:a16="http://schemas.microsoft.com/office/drawing/2014/main" id="{DFF21BD2-592F-B443-83F9-E1B2F54F9130}"/>
                  </a:ext>
                </a:extLst>
              </p:cNvPr>
              <p:cNvSpPr/>
              <p:nvPr/>
            </p:nvSpPr>
            <p:spPr>
              <a:xfrm>
                <a:off x="2033542" y="2005281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円弧 17">
                <a:extLst>
                  <a:ext uri="{FF2B5EF4-FFF2-40B4-BE49-F238E27FC236}">
                    <a16:creationId xmlns:a16="http://schemas.microsoft.com/office/drawing/2014/main" id="{C40F38E8-E19C-9A09-D3C8-B106DBBE32B4}"/>
                  </a:ext>
                </a:extLst>
              </p:cNvPr>
              <p:cNvSpPr/>
              <p:nvPr/>
            </p:nvSpPr>
            <p:spPr>
              <a:xfrm>
                <a:off x="2033542" y="2187575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円弧 18">
                <a:extLst>
                  <a:ext uri="{FF2B5EF4-FFF2-40B4-BE49-F238E27FC236}">
                    <a16:creationId xmlns:a16="http://schemas.microsoft.com/office/drawing/2014/main" id="{703C872C-5800-DDBA-8C16-70BE7CDF78E0}"/>
                  </a:ext>
                </a:extLst>
              </p:cNvPr>
              <p:cNvSpPr/>
              <p:nvPr/>
            </p:nvSpPr>
            <p:spPr>
              <a:xfrm>
                <a:off x="2033542" y="2369869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円弧 19">
                <a:extLst>
                  <a:ext uri="{FF2B5EF4-FFF2-40B4-BE49-F238E27FC236}">
                    <a16:creationId xmlns:a16="http://schemas.microsoft.com/office/drawing/2014/main" id="{4D2D48F7-4411-3059-5C34-79E7BC9458BD}"/>
                  </a:ext>
                </a:extLst>
              </p:cNvPr>
              <p:cNvSpPr/>
              <p:nvPr/>
            </p:nvSpPr>
            <p:spPr>
              <a:xfrm>
                <a:off x="2033542" y="2552163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3936334D-BD8C-AFFF-1039-4F6E42C140CA}"/>
                </a:ext>
              </a:extLst>
            </p:cNvPr>
            <p:cNvCxnSpPr/>
            <p:nvPr/>
          </p:nvCxnSpPr>
          <p:spPr>
            <a:xfrm>
              <a:off x="1774217" y="1849901"/>
              <a:ext cx="0" cy="9897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D64146E4-E0FB-4EEC-4FDB-933554FCC5FE}"/>
                </a:ext>
              </a:extLst>
            </p:cNvPr>
            <p:cNvCxnSpPr/>
            <p:nvPr/>
          </p:nvCxnSpPr>
          <p:spPr>
            <a:xfrm>
              <a:off x="1835177" y="1849901"/>
              <a:ext cx="0" cy="9897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76A5E3F7-CED9-2CBE-56DB-A0AD06C17839}"/>
              </a:ext>
            </a:extLst>
          </p:cNvPr>
          <p:cNvCxnSpPr>
            <a:cxnSpLocks/>
            <a:stCxn id="19" idx="0"/>
            <a:endCxn id="54" idx="2"/>
          </p:cNvCxnSpPr>
          <p:nvPr/>
        </p:nvCxnSpPr>
        <p:spPr>
          <a:xfrm>
            <a:off x="985599" y="2373262"/>
            <a:ext cx="158952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521460EF-ED4C-AEF1-F7D6-3C2A933ECB40}"/>
              </a:ext>
            </a:extLst>
          </p:cNvPr>
          <p:cNvCxnSpPr>
            <a:cxnSpLocks/>
            <a:stCxn id="17" idx="0"/>
            <a:endCxn id="52" idx="2"/>
          </p:cNvCxnSpPr>
          <p:nvPr/>
        </p:nvCxnSpPr>
        <p:spPr>
          <a:xfrm>
            <a:off x="985599" y="2008674"/>
            <a:ext cx="1589525" cy="13672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28C6C7C4-7A5E-CA14-FE3B-142270DE4447}"/>
              </a:ext>
            </a:extLst>
          </p:cNvPr>
          <p:cNvCxnSpPr>
            <a:cxnSpLocks/>
            <a:stCxn id="20" idx="2"/>
            <a:endCxn id="53" idx="2"/>
          </p:cNvCxnSpPr>
          <p:nvPr/>
        </p:nvCxnSpPr>
        <p:spPr>
          <a:xfrm flipV="1">
            <a:off x="985357" y="2601129"/>
            <a:ext cx="1589767" cy="136721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二等辺三角形 41">
            <a:extLst>
              <a:ext uri="{FF2B5EF4-FFF2-40B4-BE49-F238E27FC236}">
                <a16:creationId xmlns:a16="http://schemas.microsoft.com/office/drawing/2014/main" id="{EBE3046B-F42B-C509-2259-0C8CEED95AA9}"/>
              </a:ext>
            </a:extLst>
          </p:cNvPr>
          <p:cNvSpPr/>
          <p:nvPr/>
        </p:nvSpPr>
        <p:spPr>
          <a:xfrm rot="5400000">
            <a:off x="2500289" y="1905543"/>
            <a:ext cx="1085106" cy="935436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二等辺三角形 44">
            <a:extLst>
              <a:ext uri="{FF2B5EF4-FFF2-40B4-BE49-F238E27FC236}">
                <a16:creationId xmlns:a16="http://schemas.microsoft.com/office/drawing/2014/main" id="{5505765F-67AF-4E19-F7C5-A61DED0A9B3C}"/>
              </a:ext>
            </a:extLst>
          </p:cNvPr>
          <p:cNvSpPr/>
          <p:nvPr/>
        </p:nvSpPr>
        <p:spPr>
          <a:xfrm rot="5400000">
            <a:off x="4530034" y="1905543"/>
            <a:ext cx="1085106" cy="935436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二等辺三角形 45">
            <a:extLst>
              <a:ext uri="{FF2B5EF4-FFF2-40B4-BE49-F238E27FC236}">
                <a16:creationId xmlns:a16="http://schemas.microsoft.com/office/drawing/2014/main" id="{CCDED8B6-25D8-9C92-D92F-718E82A5A62A}"/>
              </a:ext>
            </a:extLst>
          </p:cNvPr>
          <p:cNvSpPr/>
          <p:nvPr/>
        </p:nvSpPr>
        <p:spPr>
          <a:xfrm rot="5400000">
            <a:off x="7405205" y="1905543"/>
            <a:ext cx="1085106" cy="935436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フローチャート: 和接合 47">
            <a:extLst>
              <a:ext uri="{FF2B5EF4-FFF2-40B4-BE49-F238E27FC236}">
                <a16:creationId xmlns:a16="http://schemas.microsoft.com/office/drawing/2014/main" id="{E45EBA25-794C-C7EE-BA52-6C7E795C1238}"/>
              </a:ext>
            </a:extLst>
          </p:cNvPr>
          <p:cNvSpPr/>
          <p:nvPr/>
        </p:nvSpPr>
        <p:spPr>
          <a:xfrm>
            <a:off x="6299953" y="1973270"/>
            <a:ext cx="799982" cy="799982"/>
          </a:xfrm>
          <a:prstGeom prst="flowChartSummingJunction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DDC2A94F-8357-E775-82B1-876FA6F0A0A7}"/>
              </a:ext>
            </a:extLst>
          </p:cNvPr>
          <p:cNvGrpSpPr/>
          <p:nvPr/>
        </p:nvGrpSpPr>
        <p:grpSpPr>
          <a:xfrm>
            <a:off x="2575124" y="2079354"/>
            <a:ext cx="132080" cy="587815"/>
            <a:chOff x="3897717" y="2099821"/>
            <a:chExt cx="132080" cy="587815"/>
          </a:xfrm>
        </p:grpSpPr>
        <p:sp>
          <p:nvSpPr>
            <p:cNvPr id="52" name="楕円 51">
              <a:extLst>
                <a:ext uri="{FF2B5EF4-FFF2-40B4-BE49-F238E27FC236}">
                  <a16:creationId xmlns:a16="http://schemas.microsoft.com/office/drawing/2014/main" id="{66FE8EB9-DBC0-FC8B-D2C7-5FF8743D1F34}"/>
                </a:ext>
              </a:extLst>
            </p:cNvPr>
            <p:cNvSpPr/>
            <p:nvPr/>
          </p:nvSpPr>
          <p:spPr>
            <a:xfrm>
              <a:off x="3897717" y="2099821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509FC879-8CF6-18E8-714E-88C22F73B212}"/>
                </a:ext>
              </a:extLst>
            </p:cNvPr>
            <p:cNvSpPr/>
            <p:nvPr/>
          </p:nvSpPr>
          <p:spPr>
            <a:xfrm>
              <a:off x="3897717" y="2555556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1EA9A5E3-EFA4-FBE2-294B-8CB30E21351F}"/>
                </a:ext>
              </a:extLst>
            </p:cNvPr>
            <p:cNvSpPr/>
            <p:nvPr/>
          </p:nvSpPr>
          <p:spPr>
            <a:xfrm>
              <a:off x="3897717" y="2327689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7FC74E88-7110-7B0D-5377-01268E0169A5}"/>
              </a:ext>
            </a:extLst>
          </p:cNvPr>
          <p:cNvGrpSpPr/>
          <p:nvPr/>
        </p:nvGrpSpPr>
        <p:grpSpPr>
          <a:xfrm>
            <a:off x="2976802" y="2079354"/>
            <a:ext cx="132080" cy="587815"/>
            <a:chOff x="3897717" y="2099821"/>
            <a:chExt cx="132080" cy="587815"/>
          </a:xfrm>
        </p:grpSpPr>
        <p:sp>
          <p:nvSpPr>
            <p:cNvPr id="65" name="楕円 64">
              <a:extLst>
                <a:ext uri="{FF2B5EF4-FFF2-40B4-BE49-F238E27FC236}">
                  <a16:creationId xmlns:a16="http://schemas.microsoft.com/office/drawing/2014/main" id="{551A573E-9435-20DB-03F0-11C55DCDC32E}"/>
                </a:ext>
              </a:extLst>
            </p:cNvPr>
            <p:cNvSpPr/>
            <p:nvPr/>
          </p:nvSpPr>
          <p:spPr>
            <a:xfrm>
              <a:off x="3897717" y="2099821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楕円 65">
              <a:extLst>
                <a:ext uri="{FF2B5EF4-FFF2-40B4-BE49-F238E27FC236}">
                  <a16:creationId xmlns:a16="http://schemas.microsoft.com/office/drawing/2014/main" id="{B00B9609-A5A4-C032-E36B-2E2C248A0A69}"/>
                </a:ext>
              </a:extLst>
            </p:cNvPr>
            <p:cNvSpPr/>
            <p:nvPr/>
          </p:nvSpPr>
          <p:spPr>
            <a:xfrm>
              <a:off x="3897717" y="2555556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楕円 66">
              <a:extLst>
                <a:ext uri="{FF2B5EF4-FFF2-40B4-BE49-F238E27FC236}">
                  <a16:creationId xmlns:a16="http://schemas.microsoft.com/office/drawing/2014/main" id="{B93D2CB8-0B8B-8605-CB36-A534F4B1484F}"/>
                </a:ext>
              </a:extLst>
            </p:cNvPr>
            <p:cNvSpPr/>
            <p:nvPr/>
          </p:nvSpPr>
          <p:spPr>
            <a:xfrm>
              <a:off x="3897717" y="2327689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80512DE-10F9-B2BE-9F89-0DA25EEEA88F}"/>
              </a:ext>
            </a:extLst>
          </p:cNvPr>
          <p:cNvGrpSpPr/>
          <p:nvPr/>
        </p:nvGrpSpPr>
        <p:grpSpPr>
          <a:xfrm>
            <a:off x="4604869" y="2079354"/>
            <a:ext cx="132080" cy="587815"/>
            <a:chOff x="3897717" y="2099821"/>
            <a:chExt cx="132080" cy="587815"/>
          </a:xfrm>
        </p:grpSpPr>
        <p:sp>
          <p:nvSpPr>
            <p:cNvPr id="69" name="楕円 68">
              <a:extLst>
                <a:ext uri="{FF2B5EF4-FFF2-40B4-BE49-F238E27FC236}">
                  <a16:creationId xmlns:a16="http://schemas.microsoft.com/office/drawing/2014/main" id="{D3A3AD2A-AA1F-CF63-80F5-792ADC0F6D88}"/>
                </a:ext>
              </a:extLst>
            </p:cNvPr>
            <p:cNvSpPr/>
            <p:nvPr/>
          </p:nvSpPr>
          <p:spPr>
            <a:xfrm>
              <a:off x="3897717" y="2099821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楕円 69">
              <a:extLst>
                <a:ext uri="{FF2B5EF4-FFF2-40B4-BE49-F238E27FC236}">
                  <a16:creationId xmlns:a16="http://schemas.microsoft.com/office/drawing/2014/main" id="{B4014622-54A1-593C-2113-C90E881D3825}"/>
                </a:ext>
              </a:extLst>
            </p:cNvPr>
            <p:cNvSpPr/>
            <p:nvPr/>
          </p:nvSpPr>
          <p:spPr>
            <a:xfrm>
              <a:off x="3897717" y="2555556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4A562DE9-3BCF-B496-103D-7E9714649FB1}"/>
                </a:ext>
              </a:extLst>
            </p:cNvPr>
            <p:cNvSpPr/>
            <p:nvPr/>
          </p:nvSpPr>
          <p:spPr>
            <a:xfrm>
              <a:off x="3897717" y="2327689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3B488CCE-B23A-648B-8CDB-90E6D90D0146}"/>
              </a:ext>
            </a:extLst>
          </p:cNvPr>
          <p:cNvCxnSpPr>
            <a:cxnSpLocks/>
            <a:stCxn id="79" idx="6"/>
            <a:endCxn id="86" idx="2"/>
          </p:cNvCxnSpPr>
          <p:nvPr/>
        </p:nvCxnSpPr>
        <p:spPr>
          <a:xfrm>
            <a:off x="5138627" y="2145394"/>
            <a:ext cx="124019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83F0E018-7964-691C-0E17-E231B90767C9}"/>
              </a:ext>
            </a:extLst>
          </p:cNvPr>
          <p:cNvCxnSpPr>
            <a:cxnSpLocks/>
            <a:stCxn id="66" idx="6"/>
            <a:endCxn id="70" idx="2"/>
          </p:cNvCxnSpPr>
          <p:nvPr/>
        </p:nvCxnSpPr>
        <p:spPr>
          <a:xfrm>
            <a:off x="3108882" y="2601129"/>
            <a:ext cx="14959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6B69D85E-0686-89AB-88A8-28BC7B8818B0}"/>
              </a:ext>
            </a:extLst>
          </p:cNvPr>
          <p:cNvGrpSpPr/>
          <p:nvPr/>
        </p:nvGrpSpPr>
        <p:grpSpPr>
          <a:xfrm>
            <a:off x="5006547" y="2079354"/>
            <a:ext cx="132080" cy="587815"/>
            <a:chOff x="3897717" y="2099821"/>
            <a:chExt cx="132080" cy="587815"/>
          </a:xfrm>
        </p:grpSpPr>
        <p:sp>
          <p:nvSpPr>
            <p:cNvPr id="79" name="楕円 78">
              <a:extLst>
                <a:ext uri="{FF2B5EF4-FFF2-40B4-BE49-F238E27FC236}">
                  <a16:creationId xmlns:a16="http://schemas.microsoft.com/office/drawing/2014/main" id="{8E4D4CE1-9099-D014-D325-78BB4E5A8C97}"/>
                </a:ext>
              </a:extLst>
            </p:cNvPr>
            <p:cNvSpPr/>
            <p:nvPr/>
          </p:nvSpPr>
          <p:spPr>
            <a:xfrm>
              <a:off x="3897717" y="2099821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楕円 79">
              <a:extLst>
                <a:ext uri="{FF2B5EF4-FFF2-40B4-BE49-F238E27FC236}">
                  <a16:creationId xmlns:a16="http://schemas.microsoft.com/office/drawing/2014/main" id="{949C8A51-0F04-69D9-F7BA-332508AE943A}"/>
                </a:ext>
              </a:extLst>
            </p:cNvPr>
            <p:cNvSpPr/>
            <p:nvPr/>
          </p:nvSpPr>
          <p:spPr>
            <a:xfrm>
              <a:off x="3897717" y="2555556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楕円 80">
              <a:extLst>
                <a:ext uri="{FF2B5EF4-FFF2-40B4-BE49-F238E27FC236}">
                  <a16:creationId xmlns:a16="http://schemas.microsoft.com/office/drawing/2014/main" id="{2FD0E1B5-F2AD-8519-D988-051C218C904B}"/>
                </a:ext>
              </a:extLst>
            </p:cNvPr>
            <p:cNvSpPr/>
            <p:nvPr/>
          </p:nvSpPr>
          <p:spPr>
            <a:xfrm>
              <a:off x="3897717" y="2327689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CAA2FBDB-ABEF-D968-5338-43D261F2A4D6}"/>
              </a:ext>
            </a:extLst>
          </p:cNvPr>
          <p:cNvGrpSpPr/>
          <p:nvPr/>
        </p:nvGrpSpPr>
        <p:grpSpPr>
          <a:xfrm>
            <a:off x="6378821" y="2079354"/>
            <a:ext cx="132080" cy="587815"/>
            <a:chOff x="3897717" y="2099821"/>
            <a:chExt cx="132080" cy="587815"/>
          </a:xfrm>
        </p:grpSpPr>
        <p:sp>
          <p:nvSpPr>
            <p:cNvPr id="86" name="楕円 85">
              <a:extLst>
                <a:ext uri="{FF2B5EF4-FFF2-40B4-BE49-F238E27FC236}">
                  <a16:creationId xmlns:a16="http://schemas.microsoft.com/office/drawing/2014/main" id="{AE1C2F69-DB2F-DF20-8B28-539A8322F6B5}"/>
                </a:ext>
              </a:extLst>
            </p:cNvPr>
            <p:cNvSpPr/>
            <p:nvPr/>
          </p:nvSpPr>
          <p:spPr>
            <a:xfrm>
              <a:off x="3897717" y="2099821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楕円 86">
              <a:extLst>
                <a:ext uri="{FF2B5EF4-FFF2-40B4-BE49-F238E27FC236}">
                  <a16:creationId xmlns:a16="http://schemas.microsoft.com/office/drawing/2014/main" id="{F4E042B7-0D46-6C97-3084-41E95D46A7E8}"/>
                </a:ext>
              </a:extLst>
            </p:cNvPr>
            <p:cNvSpPr/>
            <p:nvPr/>
          </p:nvSpPr>
          <p:spPr>
            <a:xfrm>
              <a:off x="3897717" y="2555556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楕円 87">
              <a:extLst>
                <a:ext uri="{FF2B5EF4-FFF2-40B4-BE49-F238E27FC236}">
                  <a16:creationId xmlns:a16="http://schemas.microsoft.com/office/drawing/2014/main" id="{B62B6C82-9FED-FBD1-5DD7-7A1E68BA8188}"/>
                </a:ext>
              </a:extLst>
            </p:cNvPr>
            <p:cNvSpPr/>
            <p:nvPr/>
          </p:nvSpPr>
          <p:spPr>
            <a:xfrm>
              <a:off x="3897717" y="2327689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569AB668-01CC-CAA2-D0A6-47D151FECB95}"/>
              </a:ext>
            </a:extLst>
          </p:cNvPr>
          <p:cNvCxnSpPr>
            <a:cxnSpLocks/>
            <a:stCxn id="80" idx="6"/>
            <a:endCxn id="87" idx="2"/>
          </p:cNvCxnSpPr>
          <p:nvPr/>
        </p:nvCxnSpPr>
        <p:spPr>
          <a:xfrm>
            <a:off x="5138627" y="2601129"/>
            <a:ext cx="124019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6EFF4466-E0E6-BA72-5F7A-37A6D83B7E07}"/>
              </a:ext>
            </a:extLst>
          </p:cNvPr>
          <p:cNvCxnSpPr>
            <a:cxnSpLocks/>
            <a:stCxn id="65" idx="6"/>
            <a:endCxn id="69" idx="2"/>
          </p:cNvCxnSpPr>
          <p:nvPr/>
        </p:nvCxnSpPr>
        <p:spPr>
          <a:xfrm>
            <a:off x="3108882" y="2145394"/>
            <a:ext cx="14959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CCF0FD2A-E494-F80E-F3DD-5A6561F12287}"/>
              </a:ext>
            </a:extLst>
          </p:cNvPr>
          <p:cNvCxnSpPr>
            <a:cxnSpLocks/>
            <a:stCxn id="99" idx="6"/>
            <a:endCxn id="103" idx="2"/>
          </p:cNvCxnSpPr>
          <p:nvPr/>
        </p:nvCxnSpPr>
        <p:spPr>
          <a:xfrm>
            <a:off x="7023086" y="2145394"/>
            <a:ext cx="4569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8A556A4C-5B0B-56FF-837E-DEE4D9E9EC6B}"/>
              </a:ext>
            </a:extLst>
          </p:cNvPr>
          <p:cNvCxnSpPr>
            <a:cxnSpLocks/>
            <a:stCxn id="100" idx="6"/>
            <a:endCxn id="104" idx="2"/>
          </p:cNvCxnSpPr>
          <p:nvPr/>
        </p:nvCxnSpPr>
        <p:spPr>
          <a:xfrm>
            <a:off x="7023086" y="2601129"/>
            <a:ext cx="4569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48A291A7-5909-2570-3D53-B729B207D7F4}"/>
              </a:ext>
            </a:extLst>
          </p:cNvPr>
          <p:cNvGrpSpPr/>
          <p:nvPr/>
        </p:nvGrpSpPr>
        <p:grpSpPr>
          <a:xfrm>
            <a:off x="6891006" y="2079354"/>
            <a:ext cx="132080" cy="587815"/>
            <a:chOff x="3897717" y="2099821"/>
            <a:chExt cx="132080" cy="587815"/>
          </a:xfrm>
        </p:grpSpPr>
        <p:sp>
          <p:nvSpPr>
            <p:cNvPr id="99" name="楕円 98">
              <a:extLst>
                <a:ext uri="{FF2B5EF4-FFF2-40B4-BE49-F238E27FC236}">
                  <a16:creationId xmlns:a16="http://schemas.microsoft.com/office/drawing/2014/main" id="{7F7451DA-CC67-31A6-6543-0E5170912C10}"/>
                </a:ext>
              </a:extLst>
            </p:cNvPr>
            <p:cNvSpPr/>
            <p:nvPr/>
          </p:nvSpPr>
          <p:spPr>
            <a:xfrm>
              <a:off x="3897717" y="2099821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楕円 99">
              <a:extLst>
                <a:ext uri="{FF2B5EF4-FFF2-40B4-BE49-F238E27FC236}">
                  <a16:creationId xmlns:a16="http://schemas.microsoft.com/office/drawing/2014/main" id="{1CF199D4-9EE0-B4B6-EF65-4B1D1690A312}"/>
                </a:ext>
              </a:extLst>
            </p:cNvPr>
            <p:cNvSpPr/>
            <p:nvPr/>
          </p:nvSpPr>
          <p:spPr>
            <a:xfrm>
              <a:off x="3897717" y="2555556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楕円 100">
              <a:extLst>
                <a:ext uri="{FF2B5EF4-FFF2-40B4-BE49-F238E27FC236}">
                  <a16:creationId xmlns:a16="http://schemas.microsoft.com/office/drawing/2014/main" id="{5C3BB13E-AD67-6515-C9C5-5C87F11A754A}"/>
                </a:ext>
              </a:extLst>
            </p:cNvPr>
            <p:cNvSpPr/>
            <p:nvPr/>
          </p:nvSpPr>
          <p:spPr>
            <a:xfrm>
              <a:off x="3897717" y="2327689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DD8FBA3F-D873-128A-93B5-2ED4A28E0B77}"/>
              </a:ext>
            </a:extLst>
          </p:cNvPr>
          <p:cNvGrpSpPr/>
          <p:nvPr/>
        </p:nvGrpSpPr>
        <p:grpSpPr>
          <a:xfrm>
            <a:off x="7480040" y="2079354"/>
            <a:ext cx="132080" cy="587815"/>
            <a:chOff x="3897717" y="2099821"/>
            <a:chExt cx="132080" cy="587815"/>
          </a:xfrm>
        </p:grpSpPr>
        <p:sp>
          <p:nvSpPr>
            <p:cNvPr id="103" name="楕円 102">
              <a:extLst>
                <a:ext uri="{FF2B5EF4-FFF2-40B4-BE49-F238E27FC236}">
                  <a16:creationId xmlns:a16="http://schemas.microsoft.com/office/drawing/2014/main" id="{8259C294-30F3-A91C-8400-D45F2BD18BB5}"/>
                </a:ext>
              </a:extLst>
            </p:cNvPr>
            <p:cNvSpPr/>
            <p:nvPr/>
          </p:nvSpPr>
          <p:spPr>
            <a:xfrm>
              <a:off x="3897717" y="2099821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楕円 103">
              <a:extLst>
                <a:ext uri="{FF2B5EF4-FFF2-40B4-BE49-F238E27FC236}">
                  <a16:creationId xmlns:a16="http://schemas.microsoft.com/office/drawing/2014/main" id="{B73DEDCE-672C-F6B0-FA05-BBC20F3D7F22}"/>
                </a:ext>
              </a:extLst>
            </p:cNvPr>
            <p:cNvSpPr/>
            <p:nvPr/>
          </p:nvSpPr>
          <p:spPr>
            <a:xfrm>
              <a:off x="3897717" y="2555556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" name="楕円 104">
              <a:extLst>
                <a:ext uri="{FF2B5EF4-FFF2-40B4-BE49-F238E27FC236}">
                  <a16:creationId xmlns:a16="http://schemas.microsoft.com/office/drawing/2014/main" id="{11E00E2E-23ED-93DB-3AAE-65BB3748EE69}"/>
                </a:ext>
              </a:extLst>
            </p:cNvPr>
            <p:cNvSpPr/>
            <p:nvPr/>
          </p:nvSpPr>
          <p:spPr>
            <a:xfrm>
              <a:off x="3897717" y="2327689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9A3429EA-B4FA-BCC0-6AA1-C2000BAF4988}"/>
              </a:ext>
            </a:extLst>
          </p:cNvPr>
          <p:cNvCxnSpPr>
            <a:stCxn id="46" idx="0"/>
            <a:endCxn id="111" idx="0"/>
          </p:cNvCxnSpPr>
          <p:nvPr/>
        </p:nvCxnSpPr>
        <p:spPr>
          <a:xfrm>
            <a:off x="8415476" y="2373261"/>
            <a:ext cx="1409754" cy="198240"/>
          </a:xfrm>
          <a:prstGeom prst="bentConnector3">
            <a:avLst>
              <a:gd name="adj1" fmla="val 1001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" name="二等辺三角形 117">
            <a:extLst>
              <a:ext uri="{FF2B5EF4-FFF2-40B4-BE49-F238E27FC236}">
                <a16:creationId xmlns:a16="http://schemas.microsoft.com/office/drawing/2014/main" id="{36073E95-846A-8AC3-0BFC-33FAFF378C56}"/>
              </a:ext>
            </a:extLst>
          </p:cNvPr>
          <p:cNvSpPr/>
          <p:nvPr/>
        </p:nvSpPr>
        <p:spPr>
          <a:xfrm flipV="1">
            <a:off x="9709660" y="3539007"/>
            <a:ext cx="231139" cy="124461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629B8309-6E59-BCF8-733D-F542B2F535F7}"/>
              </a:ext>
            </a:extLst>
          </p:cNvPr>
          <p:cNvCxnSpPr>
            <a:cxnSpLocks/>
            <a:stCxn id="118" idx="3"/>
            <a:endCxn id="113" idx="2"/>
          </p:cNvCxnSpPr>
          <p:nvPr/>
        </p:nvCxnSpPr>
        <p:spPr>
          <a:xfrm flipV="1">
            <a:off x="9825230" y="3118383"/>
            <a:ext cx="242" cy="4206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5" name="グループ化 124">
            <a:extLst>
              <a:ext uri="{FF2B5EF4-FFF2-40B4-BE49-F238E27FC236}">
                <a16:creationId xmlns:a16="http://schemas.microsoft.com/office/drawing/2014/main" id="{07E889E1-739D-0C77-3518-55A6F967315C}"/>
              </a:ext>
            </a:extLst>
          </p:cNvPr>
          <p:cNvGrpSpPr/>
          <p:nvPr/>
        </p:nvGrpSpPr>
        <p:grpSpPr>
          <a:xfrm>
            <a:off x="9686018" y="2387742"/>
            <a:ext cx="913286" cy="914400"/>
            <a:chOff x="9686018" y="2387742"/>
            <a:chExt cx="913286" cy="914400"/>
          </a:xfrm>
        </p:grpSpPr>
        <p:grpSp>
          <p:nvGrpSpPr>
            <p:cNvPr id="114" name="グループ化 113">
              <a:extLst>
                <a:ext uri="{FF2B5EF4-FFF2-40B4-BE49-F238E27FC236}">
                  <a16:creationId xmlns:a16="http://schemas.microsoft.com/office/drawing/2014/main" id="{5A00B5B5-3D79-B513-D770-D13C3BF08992}"/>
                </a:ext>
              </a:extLst>
            </p:cNvPr>
            <p:cNvGrpSpPr/>
            <p:nvPr/>
          </p:nvGrpSpPr>
          <p:grpSpPr>
            <a:xfrm>
              <a:off x="9686018" y="2571501"/>
              <a:ext cx="278424" cy="546882"/>
              <a:chOff x="1591582" y="2252221"/>
              <a:chExt cx="278424" cy="546882"/>
            </a:xfrm>
          </p:grpSpPr>
          <p:sp>
            <p:nvSpPr>
              <p:cNvPr id="111" name="円弧 110">
                <a:extLst>
                  <a:ext uri="{FF2B5EF4-FFF2-40B4-BE49-F238E27FC236}">
                    <a16:creationId xmlns:a16="http://schemas.microsoft.com/office/drawing/2014/main" id="{EC39C287-2443-6A72-946E-3B29BDA4495B}"/>
                  </a:ext>
                </a:extLst>
              </p:cNvPr>
              <p:cNvSpPr/>
              <p:nvPr/>
            </p:nvSpPr>
            <p:spPr>
              <a:xfrm>
                <a:off x="1591582" y="2252221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2" name="円弧 111">
                <a:extLst>
                  <a:ext uri="{FF2B5EF4-FFF2-40B4-BE49-F238E27FC236}">
                    <a16:creationId xmlns:a16="http://schemas.microsoft.com/office/drawing/2014/main" id="{231F4336-CA03-E584-0226-8DD075828C7A}"/>
                  </a:ext>
                </a:extLst>
              </p:cNvPr>
              <p:cNvSpPr/>
              <p:nvPr/>
            </p:nvSpPr>
            <p:spPr>
              <a:xfrm>
                <a:off x="1591582" y="2434515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3" name="円弧 112">
                <a:extLst>
                  <a:ext uri="{FF2B5EF4-FFF2-40B4-BE49-F238E27FC236}">
                    <a16:creationId xmlns:a16="http://schemas.microsoft.com/office/drawing/2014/main" id="{87913381-C033-406F-FB21-9D7E53A627DF}"/>
                  </a:ext>
                </a:extLst>
              </p:cNvPr>
              <p:cNvSpPr/>
              <p:nvPr/>
            </p:nvSpPr>
            <p:spPr>
              <a:xfrm>
                <a:off x="1591582" y="2616809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30E253A9-E83F-835C-08D3-F7CBBECA61B0}"/>
                </a:ext>
              </a:extLst>
            </p:cNvPr>
            <p:cNvSpPr/>
            <p:nvPr/>
          </p:nvSpPr>
          <p:spPr>
            <a:xfrm>
              <a:off x="10080012" y="2542682"/>
              <a:ext cx="167640" cy="60452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台形 123">
              <a:extLst>
                <a:ext uri="{FF2B5EF4-FFF2-40B4-BE49-F238E27FC236}">
                  <a16:creationId xmlns:a16="http://schemas.microsoft.com/office/drawing/2014/main" id="{0205020A-80A9-5757-5EC3-7F8E9462062A}"/>
                </a:ext>
              </a:extLst>
            </p:cNvPr>
            <p:cNvSpPr/>
            <p:nvPr/>
          </p:nvSpPr>
          <p:spPr>
            <a:xfrm rot="16200000">
              <a:off x="9966279" y="2669116"/>
              <a:ext cx="914400" cy="351651"/>
            </a:xfrm>
            <a:prstGeom prst="trapezoid">
              <a:avLst>
                <a:gd name="adj" fmla="val 45044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6" name="グループ化 125">
            <a:extLst>
              <a:ext uri="{FF2B5EF4-FFF2-40B4-BE49-F238E27FC236}">
                <a16:creationId xmlns:a16="http://schemas.microsoft.com/office/drawing/2014/main" id="{AA0D5CA9-47DC-FB1C-E9A1-D5D127489C21}"/>
              </a:ext>
            </a:extLst>
          </p:cNvPr>
          <p:cNvGrpSpPr/>
          <p:nvPr/>
        </p:nvGrpSpPr>
        <p:grpSpPr>
          <a:xfrm rot="5400000">
            <a:off x="3790834" y="370474"/>
            <a:ext cx="132080" cy="587815"/>
            <a:chOff x="3897717" y="2099821"/>
            <a:chExt cx="132080" cy="587815"/>
          </a:xfrm>
        </p:grpSpPr>
        <p:sp>
          <p:nvSpPr>
            <p:cNvPr id="127" name="楕円 126">
              <a:extLst>
                <a:ext uri="{FF2B5EF4-FFF2-40B4-BE49-F238E27FC236}">
                  <a16:creationId xmlns:a16="http://schemas.microsoft.com/office/drawing/2014/main" id="{F6E128A5-3883-1769-2102-2F88EE6E158A}"/>
                </a:ext>
              </a:extLst>
            </p:cNvPr>
            <p:cNvSpPr/>
            <p:nvPr/>
          </p:nvSpPr>
          <p:spPr>
            <a:xfrm>
              <a:off x="3897717" y="2099821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8" name="楕円 127">
              <a:extLst>
                <a:ext uri="{FF2B5EF4-FFF2-40B4-BE49-F238E27FC236}">
                  <a16:creationId xmlns:a16="http://schemas.microsoft.com/office/drawing/2014/main" id="{33551481-1A20-39CA-95E3-509303E09BA0}"/>
                </a:ext>
              </a:extLst>
            </p:cNvPr>
            <p:cNvSpPr/>
            <p:nvPr/>
          </p:nvSpPr>
          <p:spPr>
            <a:xfrm>
              <a:off x="3897717" y="2555556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9" name="楕円 128">
              <a:extLst>
                <a:ext uri="{FF2B5EF4-FFF2-40B4-BE49-F238E27FC236}">
                  <a16:creationId xmlns:a16="http://schemas.microsoft.com/office/drawing/2014/main" id="{636D0456-32D9-4D60-534C-26DC6CC0227F}"/>
                </a:ext>
              </a:extLst>
            </p:cNvPr>
            <p:cNvSpPr/>
            <p:nvPr/>
          </p:nvSpPr>
          <p:spPr>
            <a:xfrm>
              <a:off x="3897717" y="2327689"/>
              <a:ext cx="132080" cy="132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2807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2233BD3-698C-6AB3-A8E9-92127D28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3</a:t>
            </a:fld>
            <a:endParaRPr kumimoji="1" lang="ja-JP" altLang="en-US"/>
          </a:p>
        </p:txBody>
      </p: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016E2144-903E-99B5-80D3-CC01B447409B}"/>
              </a:ext>
            </a:extLst>
          </p:cNvPr>
          <p:cNvGrpSpPr/>
          <p:nvPr/>
        </p:nvGrpSpPr>
        <p:grpSpPr>
          <a:xfrm>
            <a:off x="713793" y="1035971"/>
            <a:ext cx="10965511" cy="5010429"/>
            <a:chOff x="713793" y="1035971"/>
            <a:chExt cx="10965511" cy="5010429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C28DB729-B01D-9778-678B-4F9F1A48E555}"/>
                </a:ext>
              </a:extLst>
            </p:cNvPr>
            <p:cNvGrpSpPr/>
            <p:nvPr/>
          </p:nvGrpSpPr>
          <p:grpSpPr>
            <a:xfrm>
              <a:off x="1502155" y="3153041"/>
              <a:ext cx="299720" cy="71120"/>
              <a:chOff x="3495040" y="1884680"/>
              <a:chExt cx="299720" cy="71120"/>
            </a:xfrm>
          </p:grpSpPr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BD805817-051F-DD3F-9E0A-75E94D66D3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3E47E7B2-AFA1-1D5C-A0AA-0AC7C3ED8E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95580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楕円 11">
                <a:extLst>
                  <a:ext uri="{FF2B5EF4-FFF2-40B4-BE49-F238E27FC236}">
                    <a16:creationId xmlns:a16="http://schemas.microsoft.com/office/drawing/2014/main" id="{F31985BE-C2CF-A6CC-F24F-68538A13142F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DE440EF4-70A0-7A61-0CD7-01E18A389BE1}"/>
                </a:ext>
              </a:extLst>
            </p:cNvPr>
            <p:cNvGrpSpPr/>
            <p:nvPr/>
          </p:nvGrpSpPr>
          <p:grpSpPr>
            <a:xfrm flipH="1">
              <a:off x="989643" y="2824014"/>
              <a:ext cx="278424" cy="729176"/>
              <a:chOff x="2033542" y="2005281"/>
              <a:chExt cx="278424" cy="729176"/>
            </a:xfrm>
          </p:grpSpPr>
          <p:sp>
            <p:nvSpPr>
              <p:cNvPr id="19" name="円弧 18">
                <a:extLst>
                  <a:ext uri="{FF2B5EF4-FFF2-40B4-BE49-F238E27FC236}">
                    <a16:creationId xmlns:a16="http://schemas.microsoft.com/office/drawing/2014/main" id="{49AD07F9-B6AF-F3DE-748D-74F45CD5A480}"/>
                  </a:ext>
                </a:extLst>
              </p:cNvPr>
              <p:cNvSpPr/>
              <p:nvPr/>
            </p:nvSpPr>
            <p:spPr>
              <a:xfrm>
                <a:off x="2033542" y="2005281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円弧 19">
                <a:extLst>
                  <a:ext uri="{FF2B5EF4-FFF2-40B4-BE49-F238E27FC236}">
                    <a16:creationId xmlns:a16="http://schemas.microsoft.com/office/drawing/2014/main" id="{81BA329F-6F56-C1BD-7F81-E8E3F539FF64}"/>
                  </a:ext>
                </a:extLst>
              </p:cNvPr>
              <p:cNvSpPr/>
              <p:nvPr/>
            </p:nvSpPr>
            <p:spPr>
              <a:xfrm>
                <a:off x="2033542" y="2187575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弧 20">
                <a:extLst>
                  <a:ext uri="{FF2B5EF4-FFF2-40B4-BE49-F238E27FC236}">
                    <a16:creationId xmlns:a16="http://schemas.microsoft.com/office/drawing/2014/main" id="{B29D3CCF-A1AB-5302-D33D-3786AD426386}"/>
                  </a:ext>
                </a:extLst>
              </p:cNvPr>
              <p:cNvSpPr/>
              <p:nvPr/>
            </p:nvSpPr>
            <p:spPr>
              <a:xfrm>
                <a:off x="2033542" y="2369869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円弧 21">
                <a:extLst>
                  <a:ext uri="{FF2B5EF4-FFF2-40B4-BE49-F238E27FC236}">
                    <a16:creationId xmlns:a16="http://schemas.microsoft.com/office/drawing/2014/main" id="{55CBDD8F-F9D7-E435-657E-0BAD8C5B55BF}"/>
                  </a:ext>
                </a:extLst>
              </p:cNvPr>
              <p:cNvSpPr/>
              <p:nvPr/>
            </p:nvSpPr>
            <p:spPr>
              <a:xfrm>
                <a:off x="2033542" y="2552163"/>
                <a:ext cx="278424" cy="182294"/>
              </a:xfrm>
              <a:prstGeom prst="arc">
                <a:avLst>
                  <a:gd name="adj1" fmla="val 16200000"/>
                  <a:gd name="adj2" fmla="val 539087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6" name="二等辺三角形 25">
              <a:extLst>
                <a:ext uri="{FF2B5EF4-FFF2-40B4-BE49-F238E27FC236}">
                  <a16:creationId xmlns:a16="http://schemas.microsoft.com/office/drawing/2014/main" id="{92F53FDD-E516-70D2-BAF5-4A3EB7D57598}"/>
                </a:ext>
              </a:extLst>
            </p:cNvPr>
            <p:cNvSpPr/>
            <p:nvPr/>
          </p:nvSpPr>
          <p:spPr>
            <a:xfrm rot="10800000">
              <a:off x="1249679" y="4014874"/>
              <a:ext cx="252476" cy="153852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8" name="コネクタ: カギ線 27">
              <a:extLst>
                <a:ext uri="{FF2B5EF4-FFF2-40B4-BE49-F238E27FC236}">
                  <a16:creationId xmlns:a16="http://schemas.microsoft.com/office/drawing/2014/main" id="{556B42AA-1DCB-877B-FEFA-756BBD760F91}"/>
                </a:ext>
              </a:extLst>
            </p:cNvPr>
            <p:cNvCxnSpPr>
              <a:stCxn id="22" idx="2"/>
              <a:endCxn id="26" idx="3"/>
            </p:cNvCxnSpPr>
            <p:nvPr/>
          </p:nvCxnSpPr>
          <p:spPr>
            <a:xfrm>
              <a:off x="1128613" y="3553190"/>
              <a:ext cx="247304" cy="461684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D873739B-9B49-5DE7-8F85-AF8E91C2944A}"/>
                </a:ext>
              </a:extLst>
            </p:cNvPr>
            <p:cNvGrpSpPr/>
            <p:nvPr/>
          </p:nvGrpSpPr>
          <p:grpSpPr>
            <a:xfrm>
              <a:off x="2176368" y="3153041"/>
              <a:ext cx="299720" cy="71120"/>
              <a:chOff x="3495040" y="1884680"/>
              <a:chExt cx="299720" cy="71120"/>
            </a:xfrm>
          </p:grpSpPr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5ED320F9-37B4-1E29-15C0-BDEFC733D4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線コネクタ 31">
                <a:extLst>
                  <a:ext uri="{FF2B5EF4-FFF2-40B4-BE49-F238E27FC236}">
                    <a16:creationId xmlns:a16="http://schemas.microsoft.com/office/drawing/2014/main" id="{19806D6E-2544-AB3E-3B18-B2B5D5CC6C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95580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楕円 32">
                <a:extLst>
                  <a:ext uri="{FF2B5EF4-FFF2-40B4-BE49-F238E27FC236}">
                    <a16:creationId xmlns:a16="http://schemas.microsoft.com/office/drawing/2014/main" id="{3FD28A15-DED5-DDD8-8AEE-36145A4E58BC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79213B7F-BB0D-D780-D5D3-53894235ADFE}"/>
                </a:ext>
              </a:extLst>
            </p:cNvPr>
            <p:cNvGrpSpPr/>
            <p:nvPr/>
          </p:nvGrpSpPr>
          <p:grpSpPr>
            <a:xfrm>
              <a:off x="2850580" y="3153041"/>
              <a:ext cx="299720" cy="71120"/>
              <a:chOff x="3495040" y="1884680"/>
              <a:chExt cx="299720" cy="71120"/>
            </a:xfrm>
          </p:grpSpPr>
          <p:cxnSp>
            <p:nvCxnSpPr>
              <p:cNvPr id="35" name="直線コネクタ 34">
                <a:extLst>
                  <a:ext uri="{FF2B5EF4-FFF2-40B4-BE49-F238E27FC236}">
                    <a16:creationId xmlns:a16="http://schemas.microsoft.com/office/drawing/2014/main" id="{AD5CA9B2-A165-E645-6788-E62C07B5B6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23EB93D1-8524-042A-3507-231A3A9205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95580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楕円 36">
                <a:extLst>
                  <a:ext uri="{FF2B5EF4-FFF2-40B4-BE49-F238E27FC236}">
                    <a16:creationId xmlns:a16="http://schemas.microsoft.com/office/drawing/2014/main" id="{7761C478-D03A-5EDF-BCDA-98DDDA1DE837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38" name="コネクタ: カギ線 37">
              <a:extLst>
                <a:ext uri="{FF2B5EF4-FFF2-40B4-BE49-F238E27FC236}">
                  <a16:creationId xmlns:a16="http://schemas.microsoft.com/office/drawing/2014/main" id="{0766DAA5-40AC-A15E-9F0C-5432C7E94E9F}"/>
                </a:ext>
              </a:extLst>
            </p:cNvPr>
            <p:cNvCxnSpPr>
              <a:cxnSpLocks/>
              <a:stCxn id="22" idx="2"/>
              <a:endCxn id="12" idx="4"/>
            </p:cNvCxnSpPr>
            <p:nvPr/>
          </p:nvCxnSpPr>
          <p:spPr>
            <a:xfrm flipV="1">
              <a:off x="1128613" y="3224161"/>
              <a:ext cx="523402" cy="329029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コネクタ: カギ線 40">
              <a:extLst>
                <a:ext uri="{FF2B5EF4-FFF2-40B4-BE49-F238E27FC236}">
                  <a16:creationId xmlns:a16="http://schemas.microsoft.com/office/drawing/2014/main" id="{10A7DA5C-65BA-6E67-43E8-FF54DAAF985D}"/>
                </a:ext>
              </a:extLst>
            </p:cNvPr>
            <p:cNvCxnSpPr>
              <a:cxnSpLocks/>
              <a:stCxn id="22" idx="2"/>
              <a:endCxn id="33" idx="4"/>
            </p:cNvCxnSpPr>
            <p:nvPr/>
          </p:nvCxnSpPr>
          <p:spPr>
            <a:xfrm flipV="1">
              <a:off x="1128613" y="3224161"/>
              <a:ext cx="1197615" cy="329029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コネクタ: カギ線 43">
              <a:extLst>
                <a:ext uri="{FF2B5EF4-FFF2-40B4-BE49-F238E27FC236}">
                  <a16:creationId xmlns:a16="http://schemas.microsoft.com/office/drawing/2014/main" id="{4559811F-D373-FCF6-7365-51884EADC4FC}"/>
                </a:ext>
              </a:extLst>
            </p:cNvPr>
            <p:cNvCxnSpPr>
              <a:cxnSpLocks/>
              <a:stCxn id="22" idx="2"/>
              <a:endCxn id="37" idx="4"/>
            </p:cNvCxnSpPr>
            <p:nvPr/>
          </p:nvCxnSpPr>
          <p:spPr>
            <a:xfrm flipV="1">
              <a:off x="1128613" y="3224161"/>
              <a:ext cx="1871827" cy="329029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コネクタ: カギ線 46">
              <a:extLst>
                <a:ext uri="{FF2B5EF4-FFF2-40B4-BE49-F238E27FC236}">
                  <a16:creationId xmlns:a16="http://schemas.microsoft.com/office/drawing/2014/main" id="{4F1BFCAE-1FBA-DF53-AE84-470694895E7F}"/>
                </a:ext>
              </a:extLst>
            </p:cNvPr>
            <p:cNvCxnSpPr>
              <a:cxnSpLocks/>
              <a:stCxn id="19" idx="0"/>
              <a:endCxn id="12" idx="0"/>
            </p:cNvCxnSpPr>
            <p:nvPr/>
          </p:nvCxnSpPr>
          <p:spPr>
            <a:xfrm>
              <a:off x="1128855" y="2824014"/>
              <a:ext cx="523160" cy="329027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コネクタ: カギ線 49">
              <a:extLst>
                <a:ext uri="{FF2B5EF4-FFF2-40B4-BE49-F238E27FC236}">
                  <a16:creationId xmlns:a16="http://schemas.microsoft.com/office/drawing/2014/main" id="{4473847D-6E4B-5B2A-C3AD-B378F20576D0}"/>
                </a:ext>
              </a:extLst>
            </p:cNvPr>
            <p:cNvCxnSpPr>
              <a:cxnSpLocks/>
              <a:stCxn id="19" idx="0"/>
              <a:endCxn id="33" idx="0"/>
            </p:cNvCxnSpPr>
            <p:nvPr/>
          </p:nvCxnSpPr>
          <p:spPr>
            <a:xfrm>
              <a:off x="1128855" y="2824014"/>
              <a:ext cx="1197373" cy="329027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コネクタ: カギ線 52">
              <a:extLst>
                <a:ext uri="{FF2B5EF4-FFF2-40B4-BE49-F238E27FC236}">
                  <a16:creationId xmlns:a16="http://schemas.microsoft.com/office/drawing/2014/main" id="{D4F70AC1-71F5-22EB-2EA0-87A30C6FBAF7}"/>
                </a:ext>
              </a:extLst>
            </p:cNvPr>
            <p:cNvCxnSpPr>
              <a:cxnSpLocks/>
              <a:stCxn id="19" idx="0"/>
              <a:endCxn id="37" idx="0"/>
            </p:cNvCxnSpPr>
            <p:nvPr/>
          </p:nvCxnSpPr>
          <p:spPr>
            <a:xfrm>
              <a:off x="1128855" y="2824014"/>
              <a:ext cx="1871585" cy="329027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E07A713D-1A8B-3D58-DBE7-477D4A15AE40}"/>
                </a:ext>
              </a:extLst>
            </p:cNvPr>
            <p:cNvSpPr txBox="1"/>
            <p:nvPr/>
          </p:nvSpPr>
          <p:spPr>
            <a:xfrm>
              <a:off x="713793" y="2295515"/>
              <a:ext cx="11608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</a:rPr>
                <a:t>空芯コイル： </a:t>
              </a:r>
              <a:br>
                <a:rPr lang="en-US" altLang="ja-JP" sz="1400" dirty="0">
                  <a:solidFill>
                    <a:schemeClr val="tx1">
                      <a:lumMod val="90000"/>
                      <a:lumOff val="10000"/>
                    </a:schemeClr>
                  </a:solidFill>
                </a:rPr>
              </a:br>
              <a:r>
                <a:rPr lang="en-US" altLang="ja-JP" sz="1400" dirty="0">
                  <a:solidFill>
                    <a:schemeClr val="tx1">
                      <a:lumMod val="90000"/>
                      <a:lumOff val="10000"/>
                    </a:schemeClr>
                  </a:solidFill>
                </a:rPr>
                <a:t>1.8mH</a:t>
              </a:r>
              <a:endParaRPr kumimoji="1" lang="ja-JP" altLang="en-US" sz="1400" dirty="0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B3D7F118-F86F-CFAE-756C-CC4A12B59267}"/>
                </a:ext>
              </a:extLst>
            </p:cNvPr>
            <p:cNvCxnSpPr/>
            <p:nvPr/>
          </p:nvCxnSpPr>
          <p:spPr>
            <a:xfrm flipV="1">
              <a:off x="2882090" y="3026200"/>
              <a:ext cx="253684" cy="25368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CCA3DA7E-88FC-DE88-F778-8E6E4BEE1952}"/>
                </a:ext>
              </a:extLst>
            </p:cNvPr>
            <p:cNvSpPr txBox="1"/>
            <p:nvPr/>
          </p:nvSpPr>
          <p:spPr>
            <a:xfrm>
              <a:off x="2946544" y="3188743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160pF</a:t>
              </a:r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556A55C3-02B0-BFD4-599A-82364EEDB4E4}"/>
                </a:ext>
              </a:extLst>
            </p:cNvPr>
            <p:cNvSpPr txBox="1"/>
            <p:nvPr/>
          </p:nvSpPr>
          <p:spPr>
            <a:xfrm>
              <a:off x="2267321" y="3188743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6.8n</a:t>
              </a:r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F</a:t>
              </a: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CCC71053-11E2-2C08-80B4-F2B8AF715580}"/>
                </a:ext>
              </a:extLst>
            </p:cNvPr>
            <p:cNvSpPr txBox="1"/>
            <p:nvPr/>
          </p:nvSpPr>
          <p:spPr>
            <a:xfrm>
              <a:off x="1598415" y="3188743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1.2n</a:t>
              </a:r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F</a:t>
              </a:r>
            </a:p>
          </p:txBody>
        </p:sp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8FB2FC06-F825-D8EC-1BBC-79218F0F73D9}"/>
                </a:ext>
              </a:extLst>
            </p:cNvPr>
            <p:cNvGrpSpPr/>
            <p:nvPr/>
          </p:nvGrpSpPr>
          <p:grpSpPr>
            <a:xfrm rot="5400000">
              <a:off x="3406146" y="2788454"/>
              <a:ext cx="299720" cy="71120"/>
              <a:chOff x="3495040" y="1884680"/>
              <a:chExt cx="299720" cy="71120"/>
            </a:xfrm>
          </p:grpSpPr>
          <p:cxnSp>
            <p:nvCxnSpPr>
              <p:cNvPr id="64" name="直線コネクタ 63">
                <a:extLst>
                  <a:ext uri="{FF2B5EF4-FFF2-40B4-BE49-F238E27FC236}">
                    <a16:creationId xmlns:a16="http://schemas.microsoft.com/office/drawing/2014/main" id="{4A230118-E208-7850-DE66-69A264FDA3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線コネクタ 64">
                <a:extLst>
                  <a:ext uri="{FF2B5EF4-FFF2-40B4-BE49-F238E27FC236}">
                    <a16:creationId xmlns:a16="http://schemas.microsoft.com/office/drawing/2014/main" id="{6056067F-82A9-CDB4-F3D7-5E86E41474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95580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" name="楕円 65">
                <a:extLst>
                  <a:ext uri="{FF2B5EF4-FFF2-40B4-BE49-F238E27FC236}">
                    <a16:creationId xmlns:a16="http://schemas.microsoft.com/office/drawing/2014/main" id="{6378CDB8-4A6C-3767-6366-8D95582BB30E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BCD93394-D2F5-D79F-2B23-95B473517027}"/>
                </a:ext>
              </a:extLst>
            </p:cNvPr>
            <p:cNvCxnSpPr>
              <a:cxnSpLocks/>
              <a:stCxn id="19" idx="0"/>
              <a:endCxn id="66" idx="4"/>
            </p:cNvCxnSpPr>
            <p:nvPr/>
          </p:nvCxnSpPr>
          <p:spPr>
            <a:xfrm>
              <a:off x="1128855" y="2824014"/>
              <a:ext cx="2391591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DF292861-D09F-9F1C-A717-6CBE723A40D8}"/>
                </a:ext>
              </a:extLst>
            </p:cNvPr>
            <p:cNvSpPr txBox="1"/>
            <p:nvPr/>
          </p:nvSpPr>
          <p:spPr>
            <a:xfrm>
              <a:off x="3623242" y="2518209"/>
              <a:ext cx="148449" cy="276999"/>
            </a:xfrm>
            <a:prstGeom prst="rect">
              <a:avLst/>
            </a:prstGeom>
            <a:noFill/>
          </p:spPr>
          <p:txBody>
            <a:bodyPr wrap="none" lIns="18000" tIns="0" rIns="0" bIns="0" rtlCol="0">
              <a:spAutoFit/>
            </a:bodyPr>
            <a:lstStyle/>
            <a:p>
              <a:pPr algn="l"/>
              <a:r>
                <a:rPr lang="en-US" altLang="ja-JP" dirty="0">
                  <a:latin typeface="Consolas" panose="020B0609020204030204" pitchFamily="49" charset="0"/>
                </a:rPr>
                <a:t>+</a:t>
              </a:r>
              <a:endParaRPr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8E19355C-81DF-E47A-55EC-781D1FC9435A}"/>
                </a:ext>
              </a:extLst>
            </p:cNvPr>
            <p:cNvSpPr txBox="1"/>
            <p:nvPr/>
          </p:nvSpPr>
          <p:spPr>
            <a:xfrm>
              <a:off x="3336234" y="2385795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1uF</a:t>
              </a: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10E98C03-4631-413B-41F2-49E41E500FAD}"/>
                </a:ext>
              </a:extLst>
            </p:cNvPr>
            <p:cNvSpPr/>
            <p:nvPr/>
          </p:nvSpPr>
          <p:spPr>
            <a:xfrm>
              <a:off x="4040452" y="2752822"/>
              <a:ext cx="368300" cy="142384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621AA7A1-3783-9ADE-43F4-D282B1BFD7BF}"/>
                </a:ext>
              </a:extLst>
            </p:cNvPr>
            <p:cNvCxnSpPr>
              <a:cxnSpLocks/>
              <a:stCxn id="66" idx="0"/>
              <a:endCxn id="76" idx="1"/>
            </p:cNvCxnSpPr>
            <p:nvPr/>
          </p:nvCxnSpPr>
          <p:spPr>
            <a:xfrm>
              <a:off x="3591566" y="2824014"/>
              <a:ext cx="448886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752C07C6-4C72-06C2-C190-F9B91D99FC86}"/>
                </a:ext>
              </a:extLst>
            </p:cNvPr>
            <p:cNvSpPr txBox="1"/>
            <p:nvPr/>
          </p:nvSpPr>
          <p:spPr>
            <a:xfrm>
              <a:off x="4004830" y="2483446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1kΩ</a:t>
              </a:r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29344FF8-EA51-7451-FB70-C8398B1096DF}"/>
                </a:ext>
              </a:extLst>
            </p:cNvPr>
            <p:cNvSpPr/>
            <p:nvPr/>
          </p:nvSpPr>
          <p:spPr>
            <a:xfrm>
              <a:off x="5225729" y="1967962"/>
              <a:ext cx="368300" cy="142384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88" name="グループ化 87">
              <a:extLst>
                <a:ext uri="{FF2B5EF4-FFF2-40B4-BE49-F238E27FC236}">
                  <a16:creationId xmlns:a16="http://schemas.microsoft.com/office/drawing/2014/main" id="{D0BE20B2-5FAF-0A8B-5816-BCF7BAB39AF8}"/>
                </a:ext>
              </a:extLst>
            </p:cNvPr>
            <p:cNvGrpSpPr/>
            <p:nvPr/>
          </p:nvGrpSpPr>
          <p:grpSpPr>
            <a:xfrm>
              <a:off x="5082312" y="2586986"/>
              <a:ext cx="726254" cy="842454"/>
              <a:chOff x="4664199" y="1751960"/>
              <a:chExt cx="726254" cy="842454"/>
            </a:xfrm>
          </p:grpSpPr>
          <p:sp>
            <p:nvSpPr>
              <p:cNvPr id="4" name="二等辺三角形 3">
                <a:extLst>
                  <a:ext uri="{FF2B5EF4-FFF2-40B4-BE49-F238E27FC236}">
                    <a16:creationId xmlns:a16="http://schemas.microsoft.com/office/drawing/2014/main" id="{5ADD0777-1CAE-882F-C16C-E706AF590692}"/>
                  </a:ext>
                </a:extLst>
              </p:cNvPr>
              <p:cNvSpPr/>
              <p:nvPr/>
            </p:nvSpPr>
            <p:spPr>
              <a:xfrm rot="5400000">
                <a:off x="4606099" y="1810060"/>
                <a:ext cx="842454" cy="726254"/>
              </a:xfrm>
              <a:prstGeom prst="triangl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D3A88D7-C2DC-166B-CF32-6D9E5EA973C4}"/>
                  </a:ext>
                </a:extLst>
              </p:cNvPr>
              <p:cNvSpPr txBox="1"/>
              <p:nvPr/>
            </p:nvSpPr>
            <p:spPr>
              <a:xfrm>
                <a:off x="4664199" y="2219137"/>
                <a:ext cx="148449" cy="276999"/>
              </a:xfrm>
              <a:prstGeom prst="rect">
                <a:avLst/>
              </a:prstGeom>
              <a:noFill/>
            </p:spPr>
            <p:txBody>
              <a:bodyPr wrap="none" lIns="18000" tIns="0" rIns="0" bIns="0" rtlCol="0">
                <a:spAutoFit/>
              </a:bodyPr>
              <a:lstStyle/>
              <a:p>
                <a:pPr algn="l"/>
                <a:r>
                  <a:rPr lang="en-US" altLang="ja-JP" dirty="0">
                    <a:latin typeface="Consolas" panose="020B0609020204030204" pitchFamily="49" charset="0"/>
                  </a:rPr>
                  <a:t>+</a:t>
                </a:r>
                <a:endParaRPr lang="ja-JP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B5999EF-3228-2FFD-4A89-994F6F699803}"/>
                  </a:ext>
                </a:extLst>
              </p:cNvPr>
              <p:cNvSpPr txBox="1"/>
              <p:nvPr/>
            </p:nvSpPr>
            <p:spPr>
              <a:xfrm>
                <a:off x="4664199" y="1850238"/>
                <a:ext cx="148449" cy="276999"/>
              </a:xfrm>
              <a:prstGeom prst="rect">
                <a:avLst/>
              </a:prstGeom>
              <a:noFill/>
            </p:spPr>
            <p:txBody>
              <a:bodyPr wrap="none" lIns="18000" tIns="0" rIns="0" bIns="0" rtlCol="0">
                <a:spAutoFit/>
              </a:bodyPr>
              <a:lstStyle/>
              <a:p>
                <a:pPr algn="l"/>
                <a:r>
                  <a:rPr lang="en-US" altLang="ja-JP" dirty="0">
                    <a:latin typeface="Consolas" panose="020B0609020204030204" pitchFamily="49" charset="0"/>
                  </a:rPr>
                  <a:t>-</a:t>
                </a:r>
                <a:endParaRPr lang="ja-JP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86" name="楕円 85">
                <a:extLst>
                  <a:ext uri="{FF2B5EF4-FFF2-40B4-BE49-F238E27FC236}">
                    <a16:creationId xmlns:a16="http://schemas.microsoft.com/office/drawing/2014/main" id="{E008DF96-3D10-CDF2-4ABA-3E5B990B8957}"/>
                  </a:ext>
                </a:extLst>
              </p:cNvPr>
              <p:cNvSpPr/>
              <p:nvPr/>
            </p:nvSpPr>
            <p:spPr>
              <a:xfrm rot="5400000">
                <a:off x="4956206" y="1953177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7" name="楕円 86">
                <a:extLst>
                  <a:ext uri="{FF2B5EF4-FFF2-40B4-BE49-F238E27FC236}">
                    <a16:creationId xmlns:a16="http://schemas.microsoft.com/office/drawing/2014/main" id="{A14E8F49-5204-EE6B-B1FE-1CC3E4EFBBCB}"/>
                  </a:ext>
                </a:extLst>
              </p:cNvPr>
              <p:cNvSpPr/>
              <p:nvPr/>
            </p:nvSpPr>
            <p:spPr>
              <a:xfrm rot="5400000">
                <a:off x="4956206" y="2328093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90" name="二等辺三角形 89">
              <a:extLst>
                <a:ext uri="{FF2B5EF4-FFF2-40B4-BE49-F238E27FC236}">
                  <a16:creationId xmlns:a16="http://schemas.microsoft.com/office/drawing/2014/main" id="{63A27C72-E0C5-624B-59C4-DD4F8135DF52}"/>
                </a:ext>
              </a:extLst>
            </p:cNvPr>
            <p:cNvSpPr/>
            <p:nvPr/>
          </p:nvSpPr>
          <p:spPr>
            <a:xfrm rot="10800000">
              <a:off x="5319201" y="3503134"/>
              <a:ext cx="252476" cy="153852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1" name="直線コネクタ 90">
              <a:extLst>
                <a:ext uri="{FF2B5EF4-FFF2-40B4-BE49-F238E27FC236}">
                  <a16:creationId xmlns:a16="http://schemas.microsoft.com/office/drawing/2014/main" id="{2E51BEE5-57A6-F715-61CE-33DB1DDA8E4E}"/>
                </a:ext>
              </a:extLst>
            </p:cNvPr>
            <p:cNvCxnSpPr>
              <a:cxnSpLocks/>
              <a:stCxn id="90" idx="3"/>
              <a:endCxn id="4" idx="5"/>
            </p:cNvCxnSpPr>
            <p:nvPr/>
          </p:nvCxnSpPr>
          <p:spPr>
            <a:xfrm flipV="1">
              <a:off x="5445439" y="3218827"/>
              <a:ext cx="0" cy="28430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84FDBB09-4F8C-52DD-451F-87613C4CC20E}"/>
                </a:ext>
              </a:extLst>
            </p:cNvPr>
            <p:cNvCxnSpPr>
              <a:cxnSpLocks/>
              <a:stCxn id="76" idx="3"/>
              <a:endCxn id="6" idx="1"/>
            </p:cNvCxnSpPr>
            <p:nvPr/>
          </p:nvCxnSpPr>
          <p:spPr>
            <a:xfrm flipV="1">
              <a:off x="4408752" y="2823764"/>
              <a:ext cx="673560" cy="25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コネクタ: カギ線 101">
              <a:extLst>
                <a:ext uri="{FF2B5EF4-FFF2-40B4-BE49-F238E27FC236}">
                  <a16:creationId xmlns:a16="http://schemas.microsoft.com/office/drawing/2014/main" id="{A4695C3E-E065-0F3D-060E-16E3A329E08A}"/>
                </a:ext>
              </a:extLst>
            </p:cNvPr>
            <p:cNvCxnSpPr>
              <a:cxnSpLocks/>
              <a:stCxn id="76" idx="3"/>
              <a:endCxn id="84" idx="1"/>
            </p:cNvCxnSpPr>
            <p:nvPr/>
          </p:nvCxnSpPr>
          <p:spPr>
            <a:xfrm flipV="1">
              <a:off x="4408752" y="2039154"/>
              <a:ext cx="816977" cy="784860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07" name="グループ化 106">
              <a:extLst>
                <a:ext uri="{FF2B5EF4-FFF2-40B4-BE49-F238E27FC236}">
                  <a16:creationId xmlns:a16="http://schemas.microsoft.com/office/drawing/2014/main" id="{0F4D970E-16EF-D97B-91AB-43DE8CF68D82}"/>
                </a:ext>
              </a:extLst>
            </p:cNvPr>
            <p:cNvGrpSpPr/>
            <p:nvPr/>
          </p:nvGrpSpPr>
          <p:grpSpPr>
            <a:xfrm rot="5400000">
              <a:off x="5295579" y="1395033"/>
              <a:ext cx="299720" cy="71120"/>
              <a:chOff x="3495040" y="1884680"/>
              <a:chExt cx="299720" cy="71120"/>
            </a:xfrm>
          </p:grpSpPr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28220814-CB1B-04F3-7E40-3BB1758C46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直線コネクタ 108">
                <a:extLst>
                  <a:ext uri="{FF2B5EF4-FFF2-40B4-BE49-F238E27FC236}">
                    <a16:creationId xmlns:a16="http://schemas.microsoft.com/office/drawing/2014/main" id="{20F20804-65AB-D1A9-0A9C-0BD9F76224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95580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0" name="楕円 109">
                <a:extLst>
                  <a:ext uri="{FF2B5EF4-FFF2-40B4-BE49-F238E27FC236}">
                    <a16:creationId xmlns:a16="http://schemas.microsoft.com/office/drawing/2014/main" id="{5E3DA4C4-C3D8-27B2-28EB-18BBDBC2772A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11" name="コネクタ: カギ線 110">
              <a:extLst>
                <a:ext uri="{FF2B5EF4-FFF2-40B4-BE49-F238E27FC236}">
                  <a16:creationId xmlns:a16="http://schemas.microsoft.com/office/drawing/2014/main" id="{28FB2E37-B6FE-B27A-9CD4-2562820C3053}"/>
                </a:ext>
              </a:extLst>
            </p:cNvPr>
            <p:cNvCxnSpPr>
              <a:cxnSpLocks/>
              <a:stCxn id="76" idx="3"/>
              <a:endCxn id="110" idx="4"/>
            </p:cNvCxnSpPr>
            <p:nvPr/>
          </p:nvCxnSpPr>
          <p:spPr>
            <a:xfrm flipV="1">
              <a:off x="4408752" y="1430593"/>
              <a:ext cx="1001127" cy="1393421"/>
            </a:xfrm>
            <a:prstGeom prst="bentConnector3">
              <a:avLst>
                <a:gd name="adj1" fmla="val 40486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コネクタ: カギ線 114">
              <a:extLst>
                <a:ext uri="{FF2B5EF4-FFF2-40B4-BE49-F238E27FC236}">
                  <a16:creationId xmlns:a16="http://schemas.microsoft.com/office/drawing/2014/main" id="{13B5D153-0E01-374F-F87C-572B31515258}"/>
                </a:ext>
              </a:extLst>
            </p:cNvPr>
            <p:cNvCxnSpPr>
              <a:cxnSpLocks/>
              <a:stCxn id="4" idx="0"/>
              <a:endCxn id="110" idx="0"/>
            </p:cNvCxnSpPr>
            <p:nvPr/>
          </p:nvCxnSpPr>
          <p:spPr>
            <a:xfrm flipH="1" flipV="1">
              <a:off x="5480999" y="1430593"/>
              <a:ext cx="327567" cy="1577620"/>
            </a:xfrm>
            <a:prstGeom prst="bentConnector3">
              <a:avLst>
                <a:gd name="adj1" fmla="val -87524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コネクタ: カギ線 115">
              <a:extLst>
                <a:ext uri="{FF2B5EF4-FFF2-40B4-BE49-F238E27FC236}">
                  <a16:creationId xmlns:a16="http://schemas.microsoft.com/office/drawing/2014/main" id="{80AD39FA-936C-CCED-5AA3-607FB16C69CD}"/>
                </a:ext>
              </a:extLst>
            </p:cNvPr>
            <p:cNvCxnSpPr>
              <a:cxnSpLocks/>
              <a:stCxn id="4" idx="0"/>
              <a:endCxn id="84" idx="3"/>
            </p:cNvCxnSpPr>
            <p:nvPr/>
          </p:nvCxnSpPr>
          <p:spPr>
            <a:xfrm flipH="1" flipV="1">
              <a:off x="5594029" y="2039154"/>
              <a:ext cx="214537" cy="969059"/>
            </a:xfrm>
            <a:prstGeom prst="bentConnector3">
              <a:avLst>
                <a:gd name="adj1" fmla="val -133637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24" name="グループ化 123">
              <a:extLst>
                <a:ext uri="{FF2B5EF4-FFF2-40B4-BE49-F238E27FC236}">
                  <a16:creationId xmlns:a16="http://schemas.microsoft.com/office/drawing/2014/main" id="{0E1B595F-2E75-F68E-03F1-81316F7045A4}"/>
                </a:ext>
              </a:extLst>
            </p:cNvPr>
            <p:cNvGrpSpPr/>
            <p:nvPr/>
          </p:nvGrpSpPr>
          <p:grpSpPr>
            <a:xfrm rot="5400000">
              <a:off x="5567108" y="2561300"/>
              <a:ext cx="202069" cy="71120"/>
              <a:chOff x="3495040" y="1884680"/>
              <a:chExt cx="299720" cy="71120"/>
            </a:xfrm>
          </p:grpSpPr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E235F6F4-AAC3-4CE3-6338-5FAB41E3D3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直線コネクタ 125">
                <a:extLst>
                  <a:ext uri="{FF2B5EF4-FFF2-40B4-BE49-F238E27FC236}">
                    <a16:creationId xmlns:a16="http://schemas.microsoft.com/office/drawing/2014/main" id="{CEA9CF84-B6ED-C023-551B-8C77DE614F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95580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7" name="楕円 126">
                <a:extLst>
                  <a:ext uri="{FF2B5EF4-FFF2-40B4-BE49-F238E27FC236}">
                    <a16:creationId xmlns:a16="http://schemas.microsoft.com/office/drawing/2014/main" id="{D4E49E80-5834-925E-4328-4519D63FFBCF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62060C29-A5F4-A4E1-9C3B-694DF9EFF079}"/>
                </a:ext>
              </a:extLst>
            </p:cNvPr>
            <p:cNvCxnSpPr>
              <a:cxnSpLocks/>
              <a:stCxn id="4" idx="1"/>
              <a:endCxn id="128" idx="4"/>
            </p:cNvCxnSpPr>
            <p:nvPr/>
          </p:nvCxnSpPr>
          <p:spPr>
            <a:xfrm flipV="1">
              <a:off x="5445439" y="2366218"/>
              <a:ext cx="635" cy="43138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36" name="グループ化 135">
              <a:extLst>
                <a:ext uri="{FF2B5EF4-FFF2-40B4-BE49-F238E27FC236}">
                  <a16:creationId xmlns:a16="http://schemas.microsoft.com/office/drawing/2014/main" id="{FCB72845-5759-A935-AFE6-98BBD23A838F}"/>
                </a:ext>
              </a:extLst>
            </p:cNvPr>
            <p:cNvGrpSpPr/>
            <p:nvPr/>
          </p:nvGrpSpPr>
          <p:grpSpPr>
            <a:xfrm>
              <a:off x="5363624" y="2274778"/>
              <a:ext cx="163629" cy="91440"/>
              <a:chOff x="5220368" y="1459438"/>
              <a:chExt cx="163629" cy="91440"/>
            </a:xfrm>
          </p:grpSpPr>
          <p:sp>
            <p:nvSpPr>
              <p:cNvPr id="128" name="楕円 127">
                <a:extLst>
                  <a:ext uri="{FF2B5EF4-FFF2-40B4-BE49-F238E27FC236}">
                    <a16:creationId xmlns:a16="http://schemas.microsoft.com/office/drawing/2014/main" id="{8451DFEA-9DD5-146E-8059-BC946DE788AF}"/>
                  </a:ext>
                </a:extLst>
              </p:cNvPr>
              <p:cNvSpPr/>
              <p:nvPr/>
            </p:nvSpPr>
            <p:spPr>
              <a:xfrm>
                <a:off x="5257098" y="1459438"/>
                <a:ext cx="91440" cy="9144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34" name="直線コネクタ 133">
                <a:extLst>
                  <a:ext uri="{FF2B5EF4-FFF2-40B4-BE49-F238E27FC236}">
                    <a16:creationId xmlns:a16="http://schemas.microsoft.com/office/drawing/2014/main" id="{6D966C7E-2366-DBE7-C04D-34AABE105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0368" y="1505158"/>
                <a:ext cx="163629" cy="0"/>
              </a:xfrm>
              <a:prstGeom prst="line">
                <a:avLst/>
              </a:prstGeom>
              <a:ln w="190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id="{A2F23573-3CC9-D99B-8AAC-4199B6B0142A}"/>
                </a:ext>
              </a:extLst>
            </p:cNvPr>
            <p:cNvSpPr txBox="1"/>
            <p:nvPr/>
          </p:nvSpPr>
          <p:spPr>
            <a:xfrm>
              <a:off x="4977548" y="2171520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18</a:t>
              </a:r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V</a:t>
              </a:r>
            </a:p>
          </p:txBody>
        </p:sp>
        <p:sp>
          <p:nvSpPr>
            <p:cNvPr id="139" name="二等辺三角形 138">
              <a:extLst>
                <a:ext uri="{FF2B5EF4-FFF2-40B4-BE49-F238E27FC236}">
                  <a16:creationId xmlns:a16="http://schemas.microsoft.com/office/drawing/2014/main" id="{27B53736-D417-1D39-22B7-A94A5CA3A6C4}"/>
                </a:ext>
              </a:extLst>
            </p:cNvPr>
            <p:cNvSpPr/>
            <p:nvPr/>
          </p:nvSpPr>
          <p:spPr>
            <a:xfrm rot="5400000">
              <a:off x="5808881" y="2519934"/>
              <a:ext cx="252476" cy="153852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0" name="コネクタ: カギ線 139">
              <a:extLst>
                <a:ext uri="{FF2B5EF4-FFF2-40B4-BE49-F238E27FC236}">
                  <a16:creationId xmlns:a16="http://schemas.microsoft.com/office/drawing/2014/main" id="{E84D8810-2B36-0CB3-4379-C21529EDD516}"/>
                </a:ext>
              </a:extLst>
            </p:cNvPr>
            <p:cNvCxnSpPr>
              <a:cxnSpLocks/>
              <a:stCxn id="127" idx="4"/>
              <a:endCxn id="4" idx="1"/>
            </p:cNvCxnSpPr>
            <p:nvPr/>
          </p:nvCxnSpPr>
          <p:spPr>
            <a:xfrm rot="10800000" flipV="1">
              <a:off x="5445439" y="2596860"/>
              <a:ext cx="187144" cy="200739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直線コネクタ 142">
              <a:extLst>
                <a:ext uri="{FF2B5EF4-FFF2-40B4-BE49-F238E27FC236}">
                  <a16:creationId xmlns:a16="http://schemas.microsoft.com/office/drawing/2014/main" id="{8B2844FB-7B0B-343D-EB21-204CFB88AC84}"/>
                </a:ext>
              </a:extLst>
            </p:cNvPr>
            <p:cNvCxnSpPr>
              <a:cxnSpLocks/>
              <a:stCxn id="139" idx="3"/>
              <a:endCxn id="127" idx="0"/>
            </p:cNvCxnSpPr>
            <p:nvPr/>
          </p:nvCxnSpPr>
          <p:spPr>
            <a:xfrm flipH="1">
              <a:off x="5703703" y="2596860"/>
              <a:ext cx="154490" cy="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7" name="テキスト ボックス 146">
              <a:extLst>
                <a:ext uri="{FF2B5EF4-FFF2-40B4-BE49-F238E27FC236}">
                  <a16:creationId xmlns:a16="http://schemas.microsoft.com/office/drawing/2014/main" id="{B80A540F-C407-B86D-2C7C-A4DD709A9A74}"/>
                </a:ext>
              </a:extLst>
            </p:cNvPr>
            <p:cNvSpPr txBox="1"/>
            <p:nvPr/>
          </p:nvSpPr>
          <p:spPr>
            <a:xfrm>
              <a:off x="5486234" y="2644008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1uF</a:t>
              </a:r>
            </a:p>
          </p:txBody>
        </p:sp>
        <p:sp>
          <p:nvSpPr>
            <p:cNvPr id="148" name="テキスト ボックス 147">
              <a:extLst>
                <a:ext uri="{FF2B5EF4-FFF2-40B4-BE49-F238E27FC236}">
                  <a16:creationId xmlns:a16="http://schemas.microsoft.com/office/drawing/2014/main" id="{35D33E1D-C1C0-CCFB-2FFC-4C755B166560}"/>
                </a:ext>
              </a:extLst>
            </p:cNvPr>
            <p:cNvSpPr txBox="1"/>
            <p:nvPr/>
          </p:nvSpPr>
          <p:spPr>
            <a:xfrm>
              <a:off x="5105148" y="1688465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100kΩ</a:t>
              </a:r>
            </a:p>
          </p:txBody>
        </p:sp>
        <p:sp>
          <p:nvSpPr>
            <p:cNvPr id="150" name="テキスト ボックス 149">
              <a:extLst>
                <a:ext uri="{FF2B5EF4-FFF2-40B4-BE49-F238E27FC236}">
                  <a16:creationId xmlns:a16="http://schemas.microsoft.com/office/drawing/2014/main" id="{A0799060-8BAB-6382-5EC8-2475AB3D38D3}"/>
                </a:ext>
              </a:extLst>
            </p:cNvPr>
            <p:cNvSpPr txBox="1"/>
            <p:nvPr/>
          </p:nvSpPr>
          <p:spPr>
            <a:xfrm>
              <a:off x="5526215" y="3192662"/>
              <a:ext cx="7793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NJM4580</a:t>
              </a:r>
            </a:p>
          </p:txBody>
        </p:sp>
        <p:grpSp>
          <p:nvGrpSpPr>
            <p:cNvPr id="151" name="グループ化 150">
              <a:extLst>
                <a:ext uri="{FF2B5EF4-FFF2-40B4-BE49-F238E27FC236}">
                  <a16:creationId xmlns:a16="http://schemas.microsoft.com/office/drawing/2014/main" id="{F1256CE9-EA8B-C594-1733-C0D457D14649}"/>
                </a:ext>
              </a:extLst>
            </p:cNvPr>
            <p:cNvGrpSpPr/>
            <p:nvPr/>
          </p:nvGrpSpPr>
          <p:grpSpPr>
            <a:xfrm rot="5400000">
              <a:off x="6418396" y="2973623"/>
              <a:ext cx="299720" cy="71120"/>
              <a:chOff x="3495040" y="1884680"/>
              <a:chExt cx="299720" cy="71120"/>
            </a:xfrm>
          </p:grpSpPr>
          <p:cxnSp>
            <p:nvCxnSpPr>
              <p:cNvPr id="152" name="直線コネクタ 151">
                <a:extLst>
                  <a:ext uri="{FF2B5EF4-FFF2-40B4-BE49-F238E27FC236}">
                    <a16:creationId xmlns:a16="http://schemas.microsoft.com/office/drawing/2014/main" id="{AEF1015C-EA15-B0D3-5E04-0EE6A3848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直線コネクタ 152">
                <a:extLst>
                  <a:ext uri="{FF2B5EF4-FFF2-40B4-BE49-F238E27FC236}">
                    <a16:creationId xmlns:a16="http://schemas.microsoft.com/office/drawing/2014/main" id="{9E31BCBA-ED60-D1DA-32E8-6868F910B1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95580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4" name="楕円 153">
                <a:extLst>
                  <a:ext uri="{FF2B5EF4-FFF2-40B4-BE49-F238E27FC236}">
                    <a16:creationId xmlns:a16="http://schemas.microsoft.com/office/drawing/2014/main" id="{B1AB4190-0D93-8534-CD74-2177406AC47A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5" name="テキスト ボックス 154">
              <a:extLst>
                <a:ext uri="{FF2B5EF4-FFF2-40B4-BE49-F238E27FC236}">
                  <a16:creationId xmlns:a16="http://schemas.microsoft.com/office/drawing/2014/main" id="{43D41295-F45F-63F5-C69C-382A6814B590}"/>
                </a:ext>
              </a:extLst>
            </p:cNvPr>
            <p:cNvSpPr txBox="1"/>
            <p:nvPr/>
          </p:nvSpPr>
          <p:spPr>
            <a:xfrm>
              <a:off x="6635492" y="2703378"/>
              <a:ext cx="148449" cy="276999"/>
            </a:xfrm>
            <a:prstGeom prst="rect">
              <a:avLst/>
            </a:prstGeom>
            <a:noFill/>
          </p:spPr>
          <p:txBody>
            <a:bodyPr wrap="none" lIns="18000" tIns="0" rIns="0" bIns="0" rtlCol="0">
              <a:spAutoFit/>
            </a:bodyPr>
            <a:lstStyle/>
            <a:p>
              <a:pPr algn="l"/>
              <a:r>
                <a:rPr lang="en-US" altLang="ja-JP" dirty="0">
                  <a:latin typeface="Consolas" panose="020B0609020204030204" pitchFamily="49" charset="0"/>
                </a:rPr>
                <a:t>+</a:t>
              </a:r>
              <a:endParaRPr lang="ja-JP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56" name="テキスト ボックス 155">
              <a:extLst>
                <a:ext uri="{FF2B5EF4-FFF2-40B4-BE49-F238E27FC236}">
                  <a16:creationId xmlns:a16="http://schemas.microsoft.com/office/drawing/2014/main" id="{FEBA0AB5-5097-EA16-D074-A07F163D08A4}"/>
                </a:ext>
              </a:extLst>
            </p:cNvPr>
            <p:cNvSpPr txBox="1"/>
            <p:nvPr/>
          </p:nvSpPr>
          <p:spPr>
            <a:xfrm>
              <a:off x="6348484" y="2570964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1uF</a:t>
              </a:r>
            </a:p>
          </p:txBody>
        </p:sp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262D40D5-AE8B-7741-C4E1-940CE0F6493A}"/>
                </a:ext>
              </a:extLst>
            </p:cNvPr>
            <p:cNvSpPr/>
            <p:nvPr/>
          </p:nvSpPr>
          <p:spPr>
            <a:xfrm>
              <a:off x="7052702" y="2937991"/>
              <a:ext cx="368300" cy="142384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0764BF0F-ED28-8395-13B2-3529DB1F1922}"/>
                </a:ext>
              </a:extLst>
            </p:cNvPr>
            <p:cNvCxnSpPr>
              <a:cxnSpLocks/>
              <a:stCxn id="154" idx="0"/>
              <a:endCxn id="157" idx="1"/>
            </p:cNvCxnSpPr>
            <p:nvPr/>
          </p:nvCxnSpPr>
          <p:spPr>
            <a:xfrm>
              <a:off x="6603816" y="3009183"/>
              <a:ext cx="448886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9" name="テキスト ボックス 158">
              <a:extLst>
                <a:ext uri="{FF2B5EF4-FFF2-40B4-BE49-F238E27FC236}">
                  <a16:creationId xmlns:a16="http://schemas.microsoft.com/office/drawing/2014/main" id="{E245832B-A96A-F41C-E24D-D473B5CA0B1F}"/>
                </a:ext>
              </a:extLst>
            </p:cNvPr>
            <p:cNvSpPr txBox="1"/>
            <p:nvPr/>
          </p:nvSpPr>
          <p:spPr>
            <a:xfrm>
              <a:off x="7017080" y="2668615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1kΩ</a:t>
              </a:r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A727E6EB-A476-F222-CD36-CF1ADDE89BFA}"/>
                </a:ext>
              </a:extLst>
            </p:cNvPr>
            <p:cNvSpPr/>
            <p:nvPr/>
          </p:nvSpPr>
          <p:spPr>
            <a:xfrm>
              <a:off x="8237979" y="2153131"/>
              <a:ext cx="368300" cy="142384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161" name="グループ化 160">
              <a:extLst>
                <a:ext uri="{FF2B5EF4-FFF2-40B4-BE49-F238E27FC236}">
                  <a16:creationId xmlns:a16="http://schemas.microsoft.com/office/drawing/2014/main" id="{949C0413-C6A4-1C71-4F87-47449892F82D}"/>
                </a:ext>
              </a:extLst>
            </p:cNvPr>
            <p:cNvGrpSpPr/>
            <p:nvPr/>
          </p:nvGrpSpPr>
          <p:grpSpPr>
            <a:xfrm>
              <a:off x="8094562" y="2772155"/>
              <a:ext cx="726254" cy="842454"/>
              <a:chOff x="4664199" y="1751960"/>
              <a:chExt cx="726254" cy="842454"/>
            </a:xfrm>
          </p:grpSpPr>
          <p:sp>
            <p:nvSpPr>
              <p:cNvPr id="162" name="二等辺三角形 161">
                <a:extLst>
                  <a:ext uri="{FF2B5EF4-FFF2-40B4-BE49-F238E27FC236}">
                    <a16:creationId xmlns:a16="http://schemas.microsoft.com/office/drawing/2014/main" id="{8D73C461-1CCC-1849-CD96-D50B16A3D418}"/>
                  </a:ext>
                </a:extLst>
              </p:cNvPr>
              <p:cNvSpPr/>
              <p:nvPr/>
            </p:nvSpPr>
            <p:spPr>
              <a:xfrm rot="5400000">
                <a:off x="4606099" y="1810060"/>
                <a:ext cx="842454" cy="726254"/>
              </a:xfrm>
              <a:prstGeom prst="triangl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63" name="テキスト ボックス 162">
                <a:extLst>
                  <a:ext uri="{FF2B5EF4-FFF2-40B4-BE49-F238E27FC236}">
                    <a16:creationId xmlns:a16="http://schemas.microsoft.com/office/drawing/2014/main" id="{18FE0DAA-FC1E-267F-DD1C-EB8AFCAE98A9}"/>
                  </a:ext>
                </a:extLst>
              </p:cNvPr>
              <p:cNvSpPr txBox="1"/>
              <p:nvPr/>
            </p:nvSpPr>
            <p:spPr>
              <a:xfrm>
                <a:off x="4664199" y="2219137"/>
                <a:ext cx="148449" cy="276999"/>
              </a:xfrm>
              <a:prstGeom prst="rect">
                <a:avLst/>
              </a:prstGeom>
              <a:noFill/>
            </p:spPr>
            <p:txBody>
              <a:bodyPr wrap="none" lIns="18000" tIns="0" rIns="0" bIns="0" rtlCol="0">
                <a:spAutoFit/>
              </a:bodyPr>
              <a:lstStyle/>
              <a:p>
                <a:pPr algn="l"/>
                <a:r>
                  <a:rPr lang="en-US" altLang="ja-JP" dirty="0">
                    <a:latin typeface="Consolas" panose="020B0609020204030204" pitchFamily="49" charset="0"/>
                  </a:rPr>
                  <a:t>+</a:t>
                </a:r>
                <a:endParaRPr lang="ja-JP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64" name="テキスト ボックス 163">
                <a:extLst>
                  <a:ext uri="{FF2B5EF4-FFF2-40B4-BE49-F238E27FC236}">
                    <a16:creationId xmlns:a16="http://schemas.microsoft.com/office/drawing/2014/main" id="{42EF1B51-1C7C-A857-8DE2-C47F5B986EAC}"/>
                  </a:ext>
                </a:extLst>
              </p:cNvPr>
              <p:cNvSpPr txBox="1"/>
              <p:nvPr/>
            </p:nvSpPr>
            <p:spPr>
              <a:xfrm>
                <a:off x="4664199" y="1850238"/>
                <a:ext cx="148449" cy="276999"/>
              </a:xfrm>
              <a:prstGeom prst="rect">
                <a:avLst/>
              </a:prstGeom>
              <a:noFill/>
            </p:spPr>
            <p:txBody>
              <a:bodyPr wrap="none" lIns="18000" tIns="0" rIns="0" bIns="0" rtlCol="0">
                <a:spAutoFit/>
              </a:bodyPr>
              <a:lstStyle/>
              <a:p>
                <a:pPr algn="l"/>
                <a:r>
                  <a:rPr lang="en-US" altLang="ja-JP" dirty="0">
                    <a:latin typeface="Consolas" panose="020B0609020204030204" pitchFamily="49" charset="0"/>
                  </a:rPr>
                  <a:t>-</a:t>
                </a:r>
                <a:endParaRPr lang="ja-JP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65" name="楕円 164">
                <a:extLst>
                  <a:ext uri="{FF2B5EF4-FFF2-40B4-BE49-F238E27FC236}">
                    <a16:creationId xmlns:a16="http://schemas.microsoft.com/office/drawing/2014/main" id="{CED8BEE2-A3B6-212E-FF3E-76DED4968369}"/>
                  </a:ext>
                </a:extLst>
              </p:cNvPr>
              <p:cNvSpPr/>
              <p:nvPr/>
            </p:nvSpPr>
            <p:spPr>
              <a:xfrm rot="5400000">
                <a:off x="4956206" y="1953177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6" name="楕円 165">
                <a:extLst>
                  <a:ext uri="{FF2B5EF4-FFF2-40B4-BE49-F238E27FC236}">
                    <a16:creationId xmlns:a16="http://schemas.microsoft.com/office/drawing/2014/main" id="{D5AF4D5D-44BD-5E95-50A5-012D10BEA807}"/>
                  </a:ext>
                </a:extLst>
              </p:cNvPr>
              <p:cNvSpPr/>
              <p:nvPr/>
            </p:nvSpPr>
            <p:spPr>
              <a:xfrm rot="5400000">
                <a:off x="4956206" y="2328093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67" name="二等辺三角形 166">
              <a:extLst>
                <a:ext uri="{FF2B5EF4-FFF2-40B4-BE49-F238E27FC236}">
                  <a16:creationId xmlns:a16="http://schemas.microsoft.com/office/drawing/2014/main" id="{1AAD1B66-801A-1515-9982-C377A5BA8C76}"/>
                </a:ext>
              </a:extLst>
            </p:cNvPr>
            <p:cNvSpPr/>
            <p:nvPr/>
          </p:nvSpPr>
          <p:spPr>
            <a:xfrm rot="10800000">
              <a:off x="8331451" y="3688303"/>
              <a:ext cx="252476" cy="153852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8" name="直線コネクタ 167">
              <a:extLst>
                <a:ext uri="{FF2B5EF4-FFF2-40B4-BE49-F238E27FC236}">
                  <a16:creationId xmlns:a16="http://schemas.microsoft.com/office/drawing/2014/main" id="{40177822-DD60-E97D-5D4D-2E6F1BAE35B0}"/>
                </a:ext>
              </a:extLst>
            </p:cNvPr>
            <p:cNvCxnSpPr>
              <a:cxnSpLocks/>
              <a:stCxn id="167" idx="3"/>
              <a:endCxn id="162" idx="5"/>
            </p:cNvCxnSpPr>
            <p:nvPr/>
          </p:nvCxnSpPr>
          <p:spPr>
            <a:xfrm flipV="1">
              <a:off x="8457689" y="3403996"/>
              <a:ext cx="0" cy="28430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線コネクタ 168">
              <a:extLst>
                <a:ext uri="{FF2B5EF4-FFF2-40B4-BE49-F238E27FC236}">
                  <a16:creationId xmlns:a16="http://schemas.microsoft.com/office/drawing/2014/main" id="{655CBA30-8655-9636-3DCE-ACADC1A0C02E}"/>
                </a:ext>
              </a:extLst>
            </p:cNvPr>
            <p:cNvCxnSpPr>
              <a:cxnSpLocks/>
              <a:stCxn id="157" idx="3"/>
              <a:endCxn id="164" idx="1"/>
            </p:cNvCxnSpPr>
            <p:nvPr/>
          </p:nvCxnSpPr>
          <p:spPr>
            <a:xfrm flipV="1">
              <a:off x="7421002" y="3008933"/>
              <a:ext cx="673560" cy="25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コネクタ: カギ線 169">
              <a:extLst>
                <a:ext uri="{FF2B5EF4-FFF2-40B4-BE49-F238E27FC236}">
                  <a16:creationId xmlns:a16="http://schemas.microsoft.com/office/drawing/2014/main" id="{30A97944-97AE-9554-F4B3-9E218A66E93D}"/>
                </a:ext>
              </a:extLst>
            </p:cNvPr>
            <p:cNvCxnSpPr>
              <a:cxnSpLocks/>
              <a:stCxn id="157" idx="3"/>
              <a:endCxn id="160" idx="1"/>
            </p:cNvCxnSpPr>
            <p:nvPr/>
          </p:nvCxnSpPr>
          <p:spPr>
            <a:xfrm flipV="1">
              <a:off x="7421002" y="2224323"/>
              <a:ext cx="816977" cy="784860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71" name="グループ化 170">
              <a:extLst>
                <a:ext uri="{FF2B5EF4-FFF2-40B4-BE49-F238E27FC236}">
                  <a16:creationId xmlns:a16="http://schemas.microsoft.com/office/drawing/2014/main" id="{AEC5241A-16B4-2B3E-7421-A84510E48A1B}"/>
                </a:ext>
              </a:extLst>
            </p:cNvPr>
            <p:cNvGrpSpPr/>
            <p:nvPr/>
          </p:nvGrpSpPr>
          <p:grpSpPr>
            <a:xfrm rot="5400000">
              <a:off x="8307829" y="1580202"/>
              <a:ext cx="299720" cy="71120"/>
              <a:chOff x="3495040" y="1884680"/>
              <a:chExt cx="299720" cy="71120"/>
            </a:xfrm>
          </p:grpSpPr>
          <p:cxnSp>
            <p:nvCxnSpPr>
              <p:cNvPr id="172" name="直線コネクタ 171">
                <a:extLst>
                  <a:ext uri="{FF2B5EF4-FFF2-40B4-BE49-F238E27FC236}">
                    <a16:creationId xmlns:a16="http://schemas.microsoft.com/office/drawing/2014/main" id="{87CA33EA-930A-DD64-1A4D-A7D5A45FC5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直線コネクタ 172">
                <a:extLst>
                  <a:ext uri="{FF2B5EF4-FFF2-40B4-BE49-F238E27FC236}">
                    <a16:creationId xmlns:a16="http://schemas.microsoft.com/office/drawing/2014/main" id="{17FAC13A-6C31-ACB4-6372-0751BDA18D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95580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4" name="楕円 173">
                <a:extLst>
                  <a:ext uri="{FF2B5EF4-FFF2-40B4-BE49-F238E27FC236}">
                    <a16:creationId xmlns:a16="http://schemas.microsoft.com/office/drawing/2014/main" id="{70130A5E-B194-1FD4-9D96-765BEB068ED0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75" name="コネクタ: カギ線 174">
              <a:extLst>
                <a:ext uri="{FF2B5EF4-FFF2-40B4-BE49-F238E27FC236}">
                  <a16:creationId xmlns:a16="http://schemas.microsoft.com/office/drawing/2014/main" id="{622DE30A-8F10-FF53-B70E-BB17E2876496}"/>
                </a:ext>
              </a:extLst>
            </p:cNvPr>
            <p:cNvCxnSpPr>
              <a:cxnSpLocks/>
              <a:stCxn id="157" idx="3"/>
              <a:endCxn id="174" idx="4"/>
            </p:cNvCxnSpPr>
            <p:nvPr/>
          </p:nvCxnSpPr>
          <p:spPr>
            <a:xfrm flipV="1">
              <a:off x="7421002" y="1615762"/>
              <a:ext cx="1001127" cy="1393421"/>
            </a:xfrm>
            <a:prstGeom prst="bentConnector3">
              <a:avLst>
                <a:gd name="adj1" fmla="val 40486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コネクタ: カギ線 175">
              <a:extLst>
                <a:ext uri="{FF2B5EF4-FFF2-40B4-BE49-F238E27FC236}">
                  <a16:creationId xmlns:a16="http://schemas.microsoft.com/office/drawing/2014/main" id="{DFD22226-9FD9-EC92-164D-A482B03E98C9}"/>
                </a:ext>
              </a:extLst>
            </p:cNvPr>
            <p:cNvCxnSpPr>
              <a:cxnSpLocks/>
              <a:stCxn id="162" idx="0"/>
              <a:endCxn id="174" idx="0"/>
            </p:cNvCxnSpPr>
            <p:nvPr/>
          </p:nvCxnSpPr>
          <p:spPr>
            <a:xfrm flipH="1" flipV="1">
              <a:off x="8493249" y="1615762"/>
              <a:ext cx="327567" cy="1577620"/>
            </a:xfrm>
            <a:prstGeom prst="bentConnector3">
              <a:avLst>
                <a:gd name="adj1" fmla="val -87524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コネクタ: カギ線 176">
              <a:extLst>
                <a:ext uri="{FF2B5EF4-FFF2-40B4-BE49-F238E27FC236}">
                  <a16:creationId xmlns:a16="http://schemas.microsoft.com/office/drawing/2014/main" id="{246B9A7A-9D5A-5593-BB38-5121CCCF3BF4}"/>
                </a:ext>
              </a:extLst>
            </p:cNvPr>
            <p:cNvCxnSpPr>
              <a:cxnSpLocks/>
              <a:stCxn id="162" idx="0"/>
              <a:endCxn id="160" idx="3"/>
            </p:cNvCxnSpPr>
            <p:nvPr/>
          </p:nvCxnSpPr>
          <p:spPr>
            <a:xfrm flipH="1" flipV="1">
              <a:off x="8606279" y="2224323"/>
              <a:ext cx="214537" cy="969059"/>
            </a:xfrm>
            <a:prstGeom prst="bentConnector3">
              <a:avLst>
                <a:gd name="adj1" fmla="val -133637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78" name="グループ化 177">
              <a:extLst>
                <a:ext uri="{FF2B5EF4-FFF2-40B4-BE49-F238E27FC236}">
                  <a16:creationId xmlns:a16="http://schemas.microsoft.com/office/drawing/2014/main" id="{138D92B2-E917-FD1B-C449-67C1BF41809E}"/>
                </a:ext>
              </a:extLst>
            </p:cNvPr>
            <p:cNvGrpSpPr/>
            <p:nvPr/>
          </p:nvGrpSpPr>
          <p:grpSpPr>
            <a:xfrm rot="5400000">
              <a:off x="8579358" y="2746469"/>
              <a:ext cx="202069" cy="71120"/>
              <a:chOff x="3495040" y="1884680"/>
              <a:chExt cx="299720" cy="71120"/>
            </a:xfrm>
          </p:grpSpPr>
          <p:cxnSp>
            <p:nvCxnSpPr>
              <p:cNvPr id="179" name="直線コネクタ 178">
                <a:extLst>
                  <a:ext uri="{FF2B5EF4-FFF2-40B4-BE49-F238E27FC236}">
                    <a16:creationId xmlns:a16="http://schemas.microsoft.com/office/drawing/2014/main" id="{98707200-46CB-C00E-DC3D-B18634176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0" name="直線コネクタ 179">
                <a:extLst>
                  <a:ext uri="{FF2B5EF4-FFF2-40B4-BE49-F238E27FC236}">
                    <a16:creationId xmlns:a16="http://schemas.microsoft.com/office/drawing/2014/main" id="{ABEF99D5-1AFF-5D56-3F93-44790E7242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95580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1" name="楕円 180">
                <a:extLst>
                  <a:ext uri="{FF2B5EF4-FFF2-40B4-BE49-F238E27FC236}">
                    <a16:creationId xmlns:a16="http://schemas.microsoft.com/office/drawing/2014/main" id="{8FDDA18E-8D5B-6F5B-1F5A-A2B2E2C8F106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82" name="直線コネクタ 181">
              <a:extLst>
                <a:ext uri="{FF2B5EF4-FFF2-40B4-BE49-F238E27FC236}">
                  <a16:creationId xmlns:a16="http://schemas.microsoft.com/office/drawing/2014/main" id="{BC95400B-36E8-AD0A-451C-5E6FD91217C8}"/>
                </a:ext>
              </a:extLst>
            </p:cNvPr>
            <p:cNvCxnSpPr>
              <a:cxnSpLocks/>
              <a:stCxn id="162" idx="1"/>
              <a:endCxn id="184" idx="4"/>
            </p:cNvCxnSpPr>
            <p:nvPr/>
          </p:nvCxnSpPr>
          <p:spPr>
            <a:xfrm flipV="1">
              <a:off x="8457689" y="2551387"/>
              <a:ext cx="635" cy="43138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83" name="グループ化 182">
              <a:extLst>
                <a:ext uri="{FF2B5EF4-FFF2-40B4-BE49-F238E27FC236}">
                  <a16:creationId xmlns:a16="http://schemas.microsoft.com/office/drawing/2014/main" id="{2FED41EB-03B9-0FD6-7881-68116C9BC0DC}"/>
                </a:ext>
              </a:extLst>
            </p:cNvPr>
            <p:cNvGrpSpPr/>
            <p:nvPr/>
          </p:nvGrpSpPr>
          <p:grpSpPr>
            <a:xfrm>
              <a:off x="8375874" y="2459947"/>
              <a:ext cx="163629" cy="91440"/>
              <a:chOff x="5220368" y="1459438"/>
              <a:chExt cx="163629" cy="91440"/>
            </a:xfrm>
          </p:grpSpPr>
          <p:sp>
            <p:nvSpPr>
              <p:cNvPr id="184" name="楕円 183">
                <a:extLst>
                  <a:ext uri="{FF2B5EF4-FFF2-40B4-BE49-F238E27FC236}">
                    <a16:creationId xmlns:a16="http://schemas.microsoft.com/office/drawing/2014/main" id="{ADA6627F-1F8F-3F6E-D566-0B7A9EC17775}"/>
                  </a:ext>
                </a:extLst>
              </p:cNvPr>
              <p:cNvSpPr/>
              <p:nvPr/>
            </p:nvSpPr>
            <p:spPr>
              <a:xfrm>
                <a:off x="5257098" y="1459438"/>
                <a:ext cx="91440" cy="9144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85" name="直線コネクタ 184">
                <a:extLst>
                  <a:ext uri="{FF2B5EF4-FFF2-40B4-BE49-F238E27FC236}">
                    <a16:creationId xmlns:a16="http://schemas.microsoft.com/office/drawing/2014/main" id="{2B0F1E7A-FF81-8801-ED64-0D2485855B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0368" y="1505158"/>
                <a:ext cx="163629" cy="0"/>
              </a:xfrm>
              <a:prstGeom prst="line">
                <a:avLst/>
              </a:prstGeom>
              <a:ln w="190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6" name="テキスト ボックス 185">
              <a:extLst>
                <a:ext uri="{FF2B5EF4-FFF2-40B4-BE49-F238E27FC236}">
                  <a16:creationId xmlns:a16="http://schemas.microsoft.com/office/drawing/2014/main" id="{D3BBE189-BA56-F6ED-EAA3-0686354F37F7}"/>
                </a:ext>
              </a:extLst>
            </p:cNvPr>
            <p:cNvSpPr txBox="1"/>
            <p:nvPr/>
          </p:nvSpPr>
          <p:spPr>
            <a:xfrm>
              <a:off x="7977213" y="2356689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18</a:t>
              </a:r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V</a:t>
              </a:r>
            </a:p>
          </p:txBody>
        </p:sp>
        <p:sp>
          <p:nvSpPr>
            <p:cNvPr id="187" name="二等辺三角形 186">
              <a:extLst>
                <a:ext uri="{FF2B5EF4-FFF2-40B4-BE49-F238E27FC236}">
                  <a16:creationId xmlns:a16="http://schemas.microsoft.com/office/drawing/2014/main" id="{6A9B104B-8522-B1A1-8F51-A4EF3A99B8BF}"/>
                </a:ext>
              </a:extLst>
            </p:cNvPr>
            <p:cNvSpPr/>
            <p:nvPr/>
          </p:nvSpPr>
          <p:spPr>
            <a:xfrm rot="5400000">
              <a:off x="8821131" y="2705103"/>
              <a:ext cx="252476" cy="153852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8" name="コネクタ: カギ線 187">
              <a:extLst>
                <a:ext uri="{FF2B5EF4-FFF2-40B4-BE49-F238E27FC236}">
                  <a16:creationId xmlns:a16="http://schemas.microsoft.com/office/drawing/2014/main" id="{66492869-44D0-8079-A31D-703ED8516718}"/>
                </a:ext>
              </a:extLst>
            </p:cNvPr>
            <p:cNvCxnSpPr>
              <a:cxnSpLocks/>
              <a:stCxn id="181" idx="4"/>
              <a:endCxn id="162" idx="1"/>
            </p:cNvCxnSpPr>
            <p:nvPr/>
          </p:nvCxnSpPr>
          <p:spPr>
            <a:xfrm rot="10800000" flipV="1">
              <a:off x="8457689" y="2782029"/>
              <a:ext cx="187144" cy="200739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直線コネクタ 188">
              <a:extLst>
                <a:ext uri="{FF2B5EF4-FFF2-40B4-BE49-F238E27FC236}">
                  <a16:creationId xmlns:a16="http://schemas.microsoft.com/office/drawing/2014/main" id="{C0FD79B5-4156-0F8D-60C5-386DA5BD5D5C}"/>
                </a:ext>
              </a:extLst>
            </p:cNvPr>
            <p:cNvCxnSpPr>
              <a:cxnSpLocks/>
              <a:stCxn id="187" idx="3"/>
              <a:endCxn id="181" idx="0"/>
            </p:cNvCxnSpPr>
            <p:nvPr/>
          </p:nvCxnSpPr>
          <p:spPr>
            <a:xfrm flipH="1">
              <a:off x="8715953" y="2782029"/>
              <a:ext cx="154490" cy="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0" name="テキスト ボックス 189">
              <a:extLst>
                <a:ext uri="{FF2B5EF4-FFF2-40B4-BE49-F238E27FC236}">
                  <a16:creationId xmlns:a16="http://schemas.microsoft.com/office/drawing/2014/main" id="{BDDC4020-911D-135B-30A3-340C5B0455DE}"/>
                </a:ext>
              </a:extLst>
            </p:cNvPr>
            <p:cNvSpPr txBox="1"/>
            <p:nvPr/>
          </p:nvSpPr>
          <p:spPr>
            <a:xfrm>
              <a:off x="9419130" y="2807114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47nF</a:t>
              </a:r>
            </a:p>
          </p:txBody>
        </p:sp>
        <p:sp>
          <p:nvSpPr>
            <p:cNvPr id="191" name="テキスト ボックス 190">
              <a:extLst>
                <a:ext uri="{FF2B5EF4-FFF2-40B4-BE49-F238E27FC236}">
                  <a16:creationId xmlns:a16="http://schemas.microsoft.com/office/drawing/2014/main" id="{D86932E6-442D-23D9-BF44-4CDDB1858957}"/>
                </a:ext>
              </a:extLst>
            </p:cNvPr>
            <p:cNvSpPr txBox="1"/>
            <p:nvPr/>
          </p:nvSpPr>
          <p:spPr>
            <a:xfrm>
              <a:off x="8117398" y="1873634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100kΩ</a:t>
              </a:r>
            </a:p>
          </p:txBody>
        </p:sp>
        <p:sp>
          <p:nvSpPr>
            <p:cNvPr id="192" name="テキスト ボックス 191">
              <a:extLst>
                <a:ext uri="{FF2B5EF4-FFF2-40B4-BE49-F238E27FC236}">
                  <a16:creationId xmlns:a16="http://schemas.microsoft.com/office/drawing/2014/main" id="{75521E33-A3C7-0620-8F11-29FB8171649E}"/>
                </a:ext>
              </a:extLst>
            </p:cNvPr>
            <p:cNvSpPr txBox="1"/>
            <p:nvPr/>
          </p:nvSpPr>
          <p:spPr>
            <a:xfrm>
              <a:off x="8538465" y="3377831"/>
              <a:ext cx="7793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NJM4580</a:t>
              </a:r>
            </a:p>
          </p:txBody>
        </p:sp>
        <p:cxnSp>
          <p:nvCxnSpPr>
            <p:cNvPr id="196" name="直線コネクタ 195">
              <a:extLst>
                <a:ext uri="{FF2B5EF4-FFF2-40B4-BE49-F238E27FC236}">
                  <a16:creationId xmlns:a16="http://schemas.microsoft.com/office/drawing/2014/main" id="{E74EF098-0B19-C5BD-F835-BF09CD8E5719}"/>
                </a:ext>
              </a:extLst>
            </p:cNvPr>
            <p:cNvCxnSpPr>
              <a:cxnSpLocks/>
              <a:stCxn id="4" idx="0"/>
              <a:endCxn id="154" idx="4"/>
            </p:cNvCxnSpPr>
            <p:nvPr/>
          </p:nvCxnSpPr>
          <p:spPr>
            <a:xfrm>
              <a:off x="5808566" y="3008213"/>
              <a:ext cx="724130" cy="97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B794C78E-BB84-63FD-7941-E38E736F9898}"/>
                </a:ext>
              </a:extLst>
            </p:cNvPr>
            <p:cNvSpPr/>
            <p:nvPr/>
          </p:nvSpPr>
          <p:spPr>
            <a:xfrm>
              <a:off x="4985905" y="3985114"/>
              <a:ext cx="368300" cy="142384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44" name="テキスト ボックス 243">
              <a:extLst>
                <a:ext uri="{FF2B5EF4-FFF2-40B4-BE49-F238E27FC236}">
                  <a16:creationId xmlns:a16="http://schemas.microsoft.com/office/drawing/2014/main" id="{3CBD6891-3456-56D1-7893-C85637CFD5C9}"/>
                </a:ext>
              </a:extLst>
            </p:cNvPr>
            <p:cNvSpPr txBox="1"/>
            <p:nvPr/>
          </p:nvSpPr>
          <p:spPr>
            <a:xfrm>
              <a:off x="4909315" y="3705617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100kΩ</a:t>
              </a:r>
            </a:p>
          </p:txBody>
        </p:sp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F0822230-0D24-989F-6B27-143643F9FEE0}"/>
                </a:ext>
              </a:extLst>
            </p:cNvPr>
            <p:cNvSpPr/>
            <p:nvPr/>
          </p:nvSpPr>
          <p:spPr>
            <a:xfrm>
              <a:off x="4291074" y="3985114"/>
              <a:ext cx="368300" cy="142384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246" name="直線コネクタ 245">
              <a:extLst>
                <a:ext uri="{FF2B5EF4-FFF2-40B4-BE49-F238E27FC236}">
                  <a16:creationId xmlns:a16="http://schemas.microsoft.com/office/drawing/2014/main" id="{DE41ADBC-75B7-5B7B-8482-5346CDD9C60B}"/>
                </a:ext>
              </a:extLst>
            </p:cNvPr>
            <p:cNvCxnSpPr>
              <a:cxnSpLocks/>
              <a:stCxn id="245" idx="3"/>
              <a:endCxn id="243" idx="1"/>
            </p:cNvCxnSpPr>
            <p:nvPr/>
          </p:nvCxnSpPr>
          <p:spPr>
            <a:xfrm>
              <a:off x="4659374" y="4056306"/>
              <a:ext cx="326531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9" name="楕円 248">
              <a:extLst>
                <a:ext uri="{FF2B5EF4-FFF2-40B4-BE49-F238E27FC236}">
                  <a16:creationId xmlns:a16="http://schemas.microsoft.com/office/drawing/2014/main" id="{0F4465C9-ED46-AB7F-8041-627886349EC9}"/>
                </a:ext>
              </a:extLst>
            </p:cNvPr>
            <p:cNvSpPr/>
            <p:nvPr/>
          </p:nvSpPr>
          <p:spPr>
            <a:xfrm>
              <a:off x="4768005" y="2774077"/>
              <a:ext cx="99373" cy="9937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0" name="楕円 249">
              <a:extLst>
                <a:ext uri="{FF2B5EF4-FFF2-40B4-BE49-F238E27FC236}">
                  <a16:creationId xmlns:a16="http://schemas.microsoft.com/office/drawing/2014/main" id="{63C0CF2A-7F48-595A-6991-341412B13E24}"/>
                </a:ext>
              </a:extLst>
            </p:cNvPr>
            <p:cNvSpPr/>
            <p:nvPr/>
          </p:nvSpPr>
          <p:spPr>
            <a:xfrm>
              <a:off x="2950694" y="2774077"/>
              <a:ext cx="99373" cy="9937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1" name="楕円 250">
              <a:extLst>
                <a:ext uri="{FF2B5EF4-FFF2-40B4-BE49-F238E27FC236}">
                  <a16:creationId xmlns:a16="http://schemas.microsoft.com/office/drawing/2014/main" id="{38A507DB-C6A5-B740-9C44-BFB58EB3E13A}"/>
                </a:ext>
              </a:extLst>
            </p:cNvPr>
            <p:cNvSpPr/>
            <p:nvPr/>
          </p:nvSpPr>
          <p:spPr>
            <a:xfrm>
              <a:off x="2283229" y="2777300"/>
              <a:ext cx="99373" cy="9937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2" name="楕円 251">
              <a:extLst>
                <a:ext uri="{FF2B5EF4-FFF2-40B4-BE49-F238E27FC236}">
                  <a16:creationId xmlns:a16="http://schemas.microsoft.com/office/drawing/2014/main" id="{A71A1AD0-65A4-5847-339D-5D3D9C1031D1}"/>
                </a:ext>
              </a:extLst>
            </p:cNvPr>
            <p:cNvSpPr/>
            <p:nvPr/>
          </p:nvSpPr>
          <p:spPr>
            <a:xfrm>
              <a:off x="1604124" y="2777300"/>
              <a:ext cx="99373" cy="9937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3" name="楕円 252">
              <a:extLst>
                <a:ext uri="{FF2B5EF4-FFF2-40B4-BE49-F238E27FC236}">
                  <a16:creationId xmlns:a16="http://schemas.microsoft.com/office/drawing/2014/main" id="{CE57EBF1-C098-E55E-8B15-33675D94DBB6}"/>
                </a:ext>
              </a:extLst>
            </p:cNvPr>
            <p:cNvSpPr/>
            <p:nvPr/>
          </p:nvSpPr>
          <p:spPr>
            <a:xfrm>
              <a:off x="2267771" y="2777300"/>
              <a:ext cx="99373" cy="9937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54" name="グループ化 253">
              <a:extLst>
                <a:ext uri="{FF2B5EF4-FFF2-40B4-BE49-F238E27FC236}">
                  <a16:creationId xmlns:a16="http://schemas.microsoft.com/office/drawing/2014/main" id="{7B2D9203-6C4D-0B19-5431-E5A9F4917173}"/>
                </a:ext>
              </a:extLst>
            </p:cNvPr>
            <p:cNvGrpSpPr/>
            <p:nvPr/>
          </p:nvGrpSpPr>
          <p:grpSpPr>
            <a:xfrm>
              <a:off x="3968721" y="3680405"/>
              <a:ext cx="163629" cy="91440"/>
              <a:chOff x="5220368" y="1459438"/>
              <a:chExt cx="163629" cy="91440"/>
            </a:xfrm>
          </p:grpSpPr>
          <p:sp>
            <p:nvSpPr>
              <p:cNvPr id="255" name="楕円 254">
                <a:extLst>
                  <a:ext uri="{FF2B5EF4-FFF2-40B4-BE49-F238E27FC236}">
                    <a16:creationId xmlns:a16="http://schemas.microsoft.com/office/drawing/2014/main" id="{EFCAF44B-8398-3272-0F7A-2A5A178EEDAA}"/>
                  </a:ext>
                </a:extLst>
              </p:cNvPr>
              <p:cNvSpPr/>
              <p:nvPr/>
            </p:nvSpPr>
            <p:spPr>
              <a:xfrm>
                <a:off x="5257098" y="1459438"/>
                <a:ext cx="91440" cy="9144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56" name="直線コネクタ 255">
                <a:extLst>
                  <a:ext uri="{FF2B5EF4-FFF2-40B4-BE49-F238E27FC236}">
                    <a16:creationId xmlns:a16="http://schemas.microsoft.com/office/drawing/2014/main" id="{8B06C777-904D-44BB-0FFD-249034E4E0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0368" y="1505158"/>
                <a:ext cx="163629" cy="0"/>
              </a:xfrm>
              <a:prstGeom prst="line">
                <a:avLst/>
              </a:prstGeom>
              <a:ln w="190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57" name="テキスト ボックス 256">
              <a:extLst>
                <a:ext uri="{FF2B5EF4-FFF2-40B4-BE49-F238E27FC236}">
                  <a16:creationId xmlns:a16="http://schemas.microsoft.com/office/drawing/2014/main" id="{F0A89590-D6DA-2F97-873A-7D69A4B823F5}"/>
                </a:ext>
              </a:extLst>
            </p:cNvPr>
            <p:cNvSpPr txBox="1"/>
            <p:nvPr/>
          </p:nvSpPr>
          <p:spPr>
            <a:xfrm>
              <a:off x="3575432" y="3577147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18</a:t>
              </a:r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V</a:t>
              </a:r>
            </a:p>
          </p:txBody>
        </p:sp>
        <p:cxnSp>
          <p:nvCxnSpPr>
            <p:cNvPr id="258" name="コネクタ: カギ線 257">
              <a:extLst>
                <a:ext uri="{FF2B5EF4-FFF2-40B4-BE49-F238E27FC236}">
                  <a16:creationId xmlns:a16="http://schemas.microsoft.com/office/drawing/2014/main" id="{65DD1639-0A0D-143F-D001-9B6EC4CABE77}"/>
                </a:ext>
              </a:extLst>
            </p:cNvPr>
            <p:cNvCxnSpPr>
              <a:cxnSpLocks/>
              <a:stCxn id="245" idx="1"/>
              <a:endCxn id="255" idx="4"/>
            </p:cNvCxnSpPr>
            <p:nvPr/>
          </p:nvCxnSpPr>
          <p:spPr>
            <a:xfrm rot="10800000">
              <a:off x="4051172" y="3771846"/>
              <a:ext cx="239903" cy="284461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61" name="二等辺三角形 260">
              <a:extLst>
                <a:ext uri="{FF2B5EF4-FFF2-40B4-BE49-F238E27FC236}">
                  <a16:creationId xmlns:a16="http://schemas.microsoft.com/office/drawing/2014/main" id="{22EC0121-E238-8421-5BFE-EB4602361A8F}"/>
                </a:ext>
              </a:extLst>
            </p:cNvPr>
            <p:cNvSpPr/>
            <p:nvPr/>
          </p:nvSpPr>
          <p:spPr>
            <a:xfrm rot="10800000">
              <a:off x="5490656" y="4368306"/>
              <a:ext cx="252476" cy="153852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63" name="コネクタ: カギ線 262">
              <a:extLst>
                <a:ext uri="{FF2B5EF4-FFF2-40B4-BE49-F238E27FC236}">
                  <a16:creationId xmlns:a16="http://schemas.microsoft.com/office/drawing/2014/main" id="{1FF3E1A8-AAA0-BC90-EFD3-16D215F2BCEB}"/>
                </a:ext>
              </a:extLst>
            </p:cNvPr>
            <p:cNvCxnSpPr>
              <a:cxnSpLocks/>
              <a:stCxn id="261" idx="3"/>
              <a:endCxn id="243" idx="3"/>
            </p:cNvCxnSpPr>
            <p:nvPr/>
          </p:nvCxnSpPr>
          <p:spPr>
            <a:xfrm rot="16200000" flipV="1">
              <a:off x="5329550" y="4080961"/>
              <a:ext cx="312000" cy="262689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69" name="楕円 268">
              <a:extLst>
                <a:ext uri="{FF2B5EF4-FFF2-40B4-BE49-F238E27FC236}">
                  <a16:creationId xmlns:a16="http://schemas.microsoft.com/office/drawing/2014/main" id="{1A1F2D56-ADD2-991F-16D8-4AC33F9C5F99}"/>
                </a:ext>
              </a:extLst>
            </p:cNvPr>
            <p:cNvSpPr/>
            <p:nvPr/>
          </p:nvSpPr>
          <p:spPr>
            <a:xfrm>
              <a:off x="4768005" y="4006618"/>
              <a:ext cx="99373" cy="9937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2" name="コネクタ: カギ線 271">
              <a:extLst>
                <a:ext uri="{FF2B5EF4-FFF2-40B4-BE49-F238E27FC236}">
                  <a16:creationId xmlns:a16="http://schemas.microsoft.com/office/drawing/2014/main" id="{B1B84B69-8A5D-6F9E-194F-33809DA0CB24}"/>
                </a:ext>
              </a:extLst>
            </p:cNvPr>
            <p:cNvCxnSpPr>
              <a:cxnSpLocks/>
              <a:stCxn id="5" idx="1"/>
              <a:endCxn id="269" idx="0"/>
            </p:cNvCxnSpPr>
            <p:nvPr/>
          </p:nvCxnSpPr>
          <p:spPr>
            <a:xfrm rot="10800000" flipV="1">
              <a:off x="4817692" y="3192662"/>
              <a:ext cx="264620" cy="813955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E601B3E8-F59D-EFA5-22CD-7AA03DDBEC56}"/>
                </a:ext>
              </a:extLst>
            </p:cNvPr>
            <p:cNvSpPr/>
            <p:nvPr/>
          </p:nvSpPr>
          <p:spPr>
            <a:xfrm>
              <a:off x="7840449" y="4187417"/>
              <a:ext cx="368300" cy="142384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76" name="テキスト ボックス 275">
              <a:extLst>
                <a:ext uri="{FF2B5EF4-FFF2-40B4-BE49-F238E27FC236}">
                  <a16:creationId xmlns:a16="http://schemas.microsoft.com/office/drawing/2014/main" id="{C5E6A3AE-CE4D-1ABA-0A58-128AE0B0FBE4}"/>
                </a:ext>
              </a:extLst>
            </p:cNvPr>
            <p:cNvSpPr txBox="1"/>
            <p:nvPr/>
          </p:nvSpPr>
          <p:spPr>
            <a:xfrm>
              <a:off x="7763859" y="3907920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2.2</a:t>
              </a:r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kΩ</a:t>
              </a:r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DE389E37-68FE-15AA-873F-2D6E05BBBF8D}"/>
                </a:ext>
              </a:extLst>
            </p:cNvPr>
            <p:cNvSpPr/>
            <p:nvPr/>
          </p:nvSpPr>
          <p:spPr>
            <a:xfrm>
              <a:off x="7145618" y="4187417"/>
              <a:ext cx="368300" cy="142384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278" name="直線コネクタ 277">
              <a:extLst>
                <a:ext uri="{FF2B5EF4-FFF2-40B4-BE49-F238E27FC236}">
                  <a16:creationId xmlns:a16="http://schemas.microsoft.com/office/drawing/2014/main" id="{9FB8DAAC-93CC-115E-EEFE-C373ED158732}"/>
                </a:ext>
              </a:extLst>
            </p:cNvPr>
            <p:cNvCxnSpPr>
              <a:cxnSpLocks/>
              <a:stCxn id="277" idx="3"/>
              <a:endCxn id="275" idx="1"/>
            </p:cNvCxnSpPr>
            <p:nvPr/>
          </p:nvCxnSpPr>
          <p:spPr>
            <a:xfrm>
              <a:off x="7513918" y="4258609"/>
              <a:ext cx="326531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79" name="グループ化 278">
              <a:extLst>
                <a:ext uri="{FF2B5EF4-FFF2-40B4-BE49-F238E27FC236}">
                  <a16:creationId xmlns:a16="http://schemas.microsoft.com/office/drawing/2014/main" id="{2E02BEE1-EC47-E630-786C-6723B40287CA}"/>
                </a:ext>
              </a:extLst>
            </p:cNvPr>
            <p:cNvGrpSpPr/>
            <p:nvPr/>
          </p:nvGrpSpPr>
          <p:grpSpPr>
            <a:xfrm>
              <a:off x="6823265" y="3882708"/>
              <a:ext cx="163629" cy="91440"/>
              <a:chOff x="5220368" y="1459438"/>
              <a:chExt cx="163629" cy="91440"/>
            </a:xfrm>
          </p:grpSpPr>
          <p:sp>
            <p:nvSpPr>
              <p:cNvPr id="280" name="楕円 279">
                <a:extLst>
                  <a:ext uri="{FF2B5EF4-FFF2-40B4-BE49-F238E27FC236}">
                    <a16:creationId xmlns:a16="http://schemas.microsoft.com/office/drawing/2014/main" id="{3CE537AD-617F-845F-3459-CA026468AC6F}"/>
                  </a:ext>
                </a:extLst>
              </p:cNvPr>
              <p:cNvSpPr/>
              <p:nvPr/>
            </p:nvSpPr>
            <p:spPr>
              <a:xfrm>
                <a:off x="5257098" y="1459438"/>
                <a:ext cx="91440" cy="9144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81" name="直線コネクタ 280">
                <a:extLst>
                  <a:ext uri="{FF2B5EF4-FFF2-40B4-BE49-F238E27FC236}">
                    <a16:creationId xmlns:a16="http://schemas.microsoft.com/office/drawing/2014/main" id="{37AA3813-12FE-E4A1-3B53-258FBA0497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0368" y="1505158"/>
                <a:ext cx="163629" cy="0"/>
              </a:xfrm>
              <a:prstGeom prst="line">
                <a:avLst/>
              </a:prstGeom>
              <a:ln w="190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2" name="テキスト ボックス 281">
              <a:extLst>
                <a:ext uri="{FF2B5EF4-FFF2-40B4-BE49-F238E27FC236}">
                  <a16:creationId xmlns:a16="http://schemas.microsoft.com/office/drawing/2014/main" id="{D1E3259F-5F4A-44BF-BE9A-6AD0B53E697C}"/>
                </a:ext>
              </a:extLst>
            </p:cNvPr>
            <p:cNvSpPr txBox="1"/>
            <p:nvPr/>
          </p:nvSpPr>
          <p:spPr>
            <a:xfrm>
              <a:off x="6430278" y="3779450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18</a:t>
              </a:r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V</a:t>
              </a:r>
            </a:p>
          </p:txBody>
        </p:sp>
        <p:cxnSp>
          <p:nvCxnSpPr>
            <p:cNvPr id="283" name="コネクタ: カギ線 282">
              <a:extLst>
                <a:ext uri="{FF2B5EF4-FFF2-40B4-BE49-F238E27FC236}">
                  <a16:creationId xmlns:a16="http://schemas.microsoft.com/office/drawing/2014/main" id="{5174C983-E7A1-2EE6-0844-2B3BE786D2D3}"/>
                </a:ext>
              </a:extLst>
            </p:cNvPr>
            <p:cNvCxnSpPr>
              <a:cxnSpLocks/>
              <a:stCxn id="277" idx="1"/>
              <a:endCxn id="280" idx="4"/>
            </p:cNvCxnSpPr>
            <p:nvPr/>
          </p:nvCxnSpPr>
          <p:spPr>
            <a:xfrm rot="10800000">
              <a:off x="6905716" y="3974149"/>
              <a:ext cx="239903" cy="284461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4" name="二等辺三角形 283">
              <a:extLst>
                <a:ext uri="{FF2B5EF4-FFF2-40B4-BE49-F238E27FC236}">
                  <a16:creationId xmlns:a16="http://schemas.microsoft.com/office/drawing/2014/main" id="{C3B7B688-AFBF-5895-3969-149593DEE9A1}"/>
                </a:ext>
              </a:extLst>
            </p:cNvPr>
            <p:cNvSpPr/>
            <p:nvPr/>
          </p:nvSpPr>
          <p:spPr>
            <a:xfrm rot="10800000">
              <a:off x="8345200" y="4570609"/>
              <a:ext cx="252476" cy="153852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85" name="コネクタ: カギ線 284">
              <a:extLst>
                <a:ext uri="{FF2B5EF4-FFF2-40B4-BE49-F238E27FC236}">
                  <a16:creationId xmlns:a16="http://schemas.microsoft.com/office/drawing/2014/main" id="{837769DA-B660-F787-B100-EA1568F78FAC}"/>
                </a:ext>
              </a:extLst>
            </p:cNvPr>
            <p:cNvCxnSpPr>
              <a:cxnSpLocks/>
              <a:stCxn id="284" idx="3"/>
              <a:endCxn id="275" idx="3"/>
            </p:cNvCxnSpPr>
            <p:nvPr/>
          </p:nvCxnSpPr>
          <p:spPr>
            <a:xfrm rot="16200000" flipV="1">
              <a:off x="8184094" y="4283264"/>
              <a:ext cx="312000" cy="262689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6" name="楕円 285">
              <a:extLst>
                <a:ext uri="{FF2B5EF4-FFF2-40B4-BE49-F238E27FC236}">
                  <a16:creationId xmlns:a16="http://schemas.microsoft.com/office/drawing/2014/main" id="{1DD0DE4D-5333-7382-0245-BC2CB3A86284}"/>
                </a:ext>
              </a:extLst>
            </p:cNvPr>
            <p:cNvSpPr/>
            <p:nvPr/>
          </p:nvSpPr>
          <p:spPr>
            <a:xfrm>
              <a:off x="7622549" y="4208921"/>
              <a:ext cx="99373" cy="9937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87" name="コネクタ: カギ線 286">
              <a:extLst>
                <a:ext uri="{FF2B5EF4-FFF2-40B4-BE49-F238E27FC236}">
                  <a16:creationId xmlns:a16="http://schemas.microsoft.com/office/drawing/2014/main" id="{B9631993-71F6-E627-8D5B-B254C8D28F62}"/>
                </a:ext>
              </a:extLst>
            </p:cNvPr>
            <p:cNvCxnSpPr>
              <a:cxnSpLocks/>
              <a:stCxn id="163" idx="1"/>
              <a:endCxn id="286" idx="0"/>
            </p:cNvCxnSpPr>
            <p:nvPr/>
          </p:nvCxnSpPr>
          <p:spPr>
            <a:xfrm rot="10800000" flipV="1">
              <a:off x="7672236" y="3377831"/>
              <a:ext cx="422326" cy="831089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1" name="テキスト ボックス 290">
              <a:extLst>
                <a:ext uri="{FF2B5EF4-FFF2-40B4-BE49-F238E27FC236}">
                  <a16:creationId xmlns:a16="http://schemas.microsoft.com/office/drawing/2014/main" id="{E9E45E42-4F85-054E-E7C3-75C318A4AFAD}"/>
                </a:ext>
              </a:extLst>
            </p:cNvPr>
            <p:cNvSpPr txBox="1"/>
            <p:nvPr/>
          </p:nvSpPr>
          <p:spPr>
            <a:xfrm>
              <a:off x="5191733" y="1035971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33pF</a:t>
              </a:r>
            </a:p>
          </p:txBody>
        </p:sp>
        <p:sp>
          <p:nvSpPr>
            <p:cNvPr id="293" name="テキスト ボックス 292">
              <a:extLst>
                <a:ext uri="{FF2B5EF4-FFF2-40B4-BE49-F238E27FC236}">
                  <a16:creationId xmlns:a16="http://schemas.microsoft.com/office/drawing/2014/main" id="{FFD3B1E5-762C-BA28-BA3D-1C2839021606}"/>
                </a:ext>
              </a:extLst>
            </p:cNvPr>
            <p:cNvSpPr txBox="1"/>
            <p:nvPr/>
          </p:nvSpPr>
          <p:spPr>
            <a:xfrm>
              <a:off x="8202357" y="1204767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33</a:t>
              </a:r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pF</a:t>
              </a:r>
            </a:p>
          </p:txBody>
        </p:sp>
        <p:sp>
          <p:nvSpPr>
            <p:cNvPr id="295" name="テキスト ボックス 294">
              <a:extLst>
                <a:ext uri="{FF2B5EF4-FFF2-40B4-BE49-F238E27FC236}">
                  <a16:creationId xmlns:a16="http://schemas.microsoft.com/office/drawing/2014/main" id="{061574C2-CE36-FC36-2C96-97F47518EBF6}"/>
                </a:ext>
              </a:extLst>
            </p:cNvPr>
            <p:cNvSpPr txBox="1"/>
            <p:nvPr/>
          </p:nvSpPr>
          <p:spPr>
            <a:xfrm>
              <a:off x="9978040" y="2911744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Ch.1</a:t>
              </a:r>
            </a:p>
          </p:txBody>
        </p:sp>
        <p:sp>
          <p:nvSpPr>
            <p:cNvPr id="296" name="テキスト ボックス 295">
              <a:extLst>
                <a:ext uri="{FF2B5EF4-FFF2-40B4-BE49-F238E27FC236}">
                  <a16:creationId xmlns:a16="http://schemas.microsoft.com/office/drawing/2014/main" id="{E5E4B0E5-5D89-A999-D836-278907A103C7}"/>
                </a:ext>
              </a:extLst>
            </p:cNvPr>
            <p:cNvSpPr txBox="1"/>
            <p:nvPr/>
          </p:nvSpPr>
          <p:spPr>
            <a:xfrm>
              <a:off x="10030027" y="3414690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GND</a:t>
              </a:r>
            </a:p>
          </p:txBody>
        </p: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7153B28B-BFCC-3830-B2F6-115AE47541AB}"/>
                </a:ext>
              </a:extLst>
            </p:cNvPr>
            <p:cNvGrpSpPr/>
            <p:nvPr/>
          </p:nvGrpSpPr>
          <p:grpSpPr>
            <a:xfrm>
              <a:off x="10456020" y="2958151"/>
              <a:ext cx="1223284" cy="969059"/>
              <a:chOff x="10456020" y="2958151"/>
              <a:chExt cx="1223284" cy="969059"/>
            </a:xfrm>
          </p:grpSpPr>
          <p:sp>
            <p:nvSpPr>
              <p:cNvPr id="294" name="正方形/長方形 293">
                <a:extLst>
                  <a:ext uri="{FF2B5EF4-FFF2-40B4-BE49-F238E27FC236}">
                    <a16:creationId xmlns:a16="http://schemas.microsoft.com/office/drawing/2014/main" id="{7DAFF44B-F9A7-1195-8D94-B126BB4109B2}"/>
                  </a:ext>
                </a:extLst>
              </p:cNvPr>
              <p:cNvSpPr/>
              <p:nvPr/>
            </p:nvSpPr>
            <p:spPr>
              <a:xfrm>
                <a:off x="10456020" y="2958151"/>
                <a:ext cx="1223284" cy="969059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200" dirty="0"/>
                  <a:t>ADALM</a:t>
                </a:r>
                <a:r>
                  <a:rPr lang="en-US" altLang="ja-JP" sz="1200" dirty="0"/>
                  <a:t>2000</a:t>
                </a:r>
                <a:endParaRPr kumimoji="1" lang="ja-JP" altLang="en-US" sz="1200" dirty="0"/>
              </a:p>
            </p:txBody>
          </p:sp>
          <p:grpSp>
            <p:nvGrpSpPr>
              <p:cNvPr id="300" name="グループ化 299">
                <a:extLst>
                  <a:ext uri="{FF2B5EF4-FFF2-40B4-BE49-F238E27FC236}">
                    <a16:creationId xmlns:a16="http://schemas.microsoft.com/office/drawing/2014/main" id="{C6536CD2-384D-D72B-0FDE-687DF91B896A}"/>
                  </a:ext>
                </a:extLst>
              </p:cNvPr>
              <p:cNvGrpSpPr/>
              <p:nvPr/>
            </p:nvGrpSpPr>
            <p:grpSpPr>
              <a:xfrm>
                <a:off x="10460298" y="3171802"/>
                <a:ext cx="71120" cy="549377"/>
                <a:chOff x="10323138" y="3683627"/>
                <a:chExt cx="71120" cy="549377"/>
              </a:xfrm>
            </p:grpSpPr>
            <p:sp>
              <p:nvSpPr>
                <p:cNvPr id="298" name="楕円 297">
                  <a:extLst>
                    <a:ext uri="{FF2B5EF4-FFF2-40B4-BE49-F238E27FC236}">
                      <a16:creationId xmlns:a16="http://schemas.microsoft.com/office/drawing/2014/main" id="{727E34D6-ACE4-0F0C-AB46-6E637F89BB27}"/>
                    </a:ext>
                  </a:extLst>
                </p:cNvPr>
                <p:cNvSpPr/>
                <p:nvPr/>
              </p:nvSpPr>
              <p:spPr>
                <a:xfrm rot="5400000">
                  <a:off x="10334723" y="3672042"/>
                  <a:ext cx="47949" cy="7112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299" name="楕円 298">
                  <a:extLst>
                    <a:ext uri="{FF2B5EF4-FFF2-40B4-BE49-F238E27FC236}">
                      <a16:creationId xmlns:a16="http://schemas.microsoft.com/office/drawing/2014/main" id="{19FFD792-2659-AE60-4217-5CCE5B13A155}"/>
                    </a:ext>
                  </a:extLst>
                </p:cNvPr>
                <p:cNvSpPr/>
                <p:nvPr/>
              </p:nvSpPr>
              <p:spPr>
                <a:xfrm rot="5400000">
                  <a:off x="10334723" y="4173470"/>
                  <a:ext cx="47949" cy="7112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cxnSp>
          <p:nvCxnSpPr>
            <p:cNvPr id="303" name="直線コネクタ 302">
              <a:extLst>
                <a:ext uri="{FF2B5EF4-FFF2-40B4-BE49-F238E27FC236}">
                  <a16:creationId xmlns:a16="http://schemas.microsoft.com/office/drawing/2014/main" id="{45A0A257-ACA2-AAD4-D2E8-C31F9E02D113}"/>
                </a:ext>
              </a:extLst>
            </p:cNvPr>
            <p:cNvCxnSpPr>
              <a:cxnSpLocks/>
              <a:stCxn id="24" idx="4"/>
              <a:endCxn id="162" idx="0"/>
            </p:cNvCxnSpPr>
            <p:nvPr/>
          </p:nvCxnSpPr>
          <p:spPr>
            <a:xfrm flipH="1" flipV="1">
              <a:off x="8820816" y="3193382"/>
              <a:ext cx="824597" cy="114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4" name="二等辺三角形 303">
              <a:extLst>
                <a:ext uri="{FF2B5EF4-FFF2-40B4-BE49-F238E27FC236}">
                  <a16:creationId xmlns:a16="http://schemas.microsoft.com/office/drawing/2014/main" id="{4BEA88A7-A9D1-3518-AF50-1FCEFF2F347F}"/>
                </a:ext>
              </a:extLst>
            </p:cNvPr>
            <p:cNvSpPr/>
            <p:nvPr/>
          </p:nvSpPr>
          <p:spPr>
            <a:xfrm rot="10800000">
              <a:off x="9987413" y="4181683"/>
              <a:ext cx="252476" cy="153852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05" name="コネクタ: カギ線 304">
              <a:extLst>
                <a:ext uri="{FF2B5EF4-FFF2-40B4-BE49-F238E27FC236}">
                  <a16:creationId xmlns:a16="http://schemas.microsoft.com/office/drawing/2014/main" id="{05E53AA9-F247-62D5-EC46-53AC0B530046}"/>
                </a:ext>
              </a:extLst>
            </p:cNvPr>
            <p:cNvCxnSpPr>
              <a:cxnSpLocks/>
              <a:stCxn id="304" idx="3"/>
              <a:endCxn id="299" idx="4"/>
            </p:cNvCxnSpPr>
            <p:nvPr/>
          </p:nvCxnSpPr>
          <p:spPr>
            <a:xfrm rot="5400000" flipH="1" flipV="1">
              <a:off x="10044736" y="3766122"/>
              <a:ext cx="484477" cy="346647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302E7093-7F3C-806B-5125-80E9C5361E1C}"/>
                </a:ext>
              </a:extLst>
            </p:cNvPr>
            <p:cNvSpPr txBox="1"/>
            <p:nvPr/>
          </p:nvSpPr>
          <p:spPr>
            <a:xfrm>
              <a:off x="4183424" y="3705617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100kΩ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58AFB6DB-99F8-74E0-2978-579F628E949B}"/>
                </a:ext>
              </a:extLst>
            </p:cNvPr>
            <p:cNvSpPr txBox="1"/>
            <p:nvPr/>
          </p:nvSpPr>
          <p:spPr>
            <a:xfrm>
              <a:off x="7032591" y="3907920"/>
              <a:ext cx="609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2.2</a:t>
              </a:r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kΩ</a:t>
              </a: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128451E9-7540-EE4D-A2BA-0AA8690798D2}"/>
                </a:ext>
              </a:extLst>
            </p:cNvPr>
            <p:cNvGrpSpPr/>
            <p:nvPr/>
          </p:nvGrpSpPr>
          <p:grpSpPr>
            <a:xfrm>
              <a:off x="1294103" y="4733668"/>
              <a:ext cx="163629" cy="91440"/>
              <a:chOff x="5220368" y="1459438"/>
              <a:chExt cx="163629" cy="91440"/>
            </a:xfrm>
          </p:grpSpPr>
          <p:sp>
            <p:nvSpPr>
              <p:cNvPr id="9" name="楕円 8">
                <a:extLst>
                  <a:ext uri="{FF2B5EF4-FFF2-40B4-BE49-F238E27FC236}">
                    <a16:creationId xmlns:a16="http://schemas.microsoft.com/office/drawing/2014/main" id="{8D217102-CB50-48E2-C5F5-0085D396CAAA}"/>
                  </a:ext>
                </a:extLst>
              </p:cNvPr>
              <p:cNvSpPr/>
              <p:nvPr/>
            </p:nvSpPr>
            <p:spPr>
              <a:xfrm>
                <a:off x="5257098" y="1459438"/>
                <a:ext cx="91440" cy="9144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4B8552EB-C12A-B3B6-B194-CAFFC4EF1E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0368" y="1505158"/>
                <a:ext cx="163629" cy="0"/>
              </a:xfrm>
              <a:prstGeom prst="line">
                <a:avLst/>
              </a:prstGeom>
              <a:ln w="190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539FB22E-CD00-922F-3A58-B2D6D888B7BB}"/>
                </a:ext>
              </a:extLst>
            </p:cNvPr>
            <p:cNvSpPr txBox="1"/>
            <p:nvPr/>
          </p:nvSpPr>
          <p:spPr>
            <a:xfrm>
              <a:off x="900813" y="4630410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18</a:t>
              </a:r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V</a:t>
              </a:r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E39BD24E-CEB9-E7D6-E77B-A460F443F2F7}"/>
                </a:ext>
              </a:extLst>
            </p:cNvPr>
            <p:cNvGrpSpPr/>
            <p:nvPr/>
          </p:nvGrpSpPr>
          <p:grpSpPr>
            <a:xfrm rot="5400000">
              <a:off x="9531113" y="3158967"/>
              <a:ext cx="299720" cy="71120"/>
              <a:chOff x="3495040" y="1884680"/>
              <a:chExt cx="299720" cy="71120"/>
            </a:xfrm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1D7935CC-09A5-9402-D0F2-9CBC4F7824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E5E0625C-FF48-4B19-D44E-C3520BFA9A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95580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楕円 23">
                <a:extLst>
                  <a:ext uri="{FF2B5EF4-FFF2-40B4-BE49-F238E27FC236}">
                    <a16:creationId xmlns:a16="http://schemas.microsoft.com/office/drawing/2014/main" id="{65BEA241-E55B-CFF4-D2F5-3E8C93862A7B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6EDB74C3-03CB-36D1-98D7-FF1A661B8597}"/>
                </a:ext>
              </a:extLst>
            </p:cNvPr>
            <p:cNvCxnSpPr>
              <a:cxnSpLocks/>
              <a:stCxn id="298" idx="4"/>
              <a:endCxn id="24" idx="0"/>
            </p:cNvCxnSpPr>
            <p:nvPr/>
          </p:nvCxnSpPr>
          <p:spPr>
            <a:xfrm flipH="1" flipV="1">
              <a:off x="9716533" y="3194527"/>
              <a:ext cx="743765" cy="125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42D59FCB-318E-90E2-9369-F1F954F5F9D5}"/>
                </a:ext>
              </a:extLst>
            </p:cNvPr>
            <p:cNvGrpSpPr/>
            <p:nvPr/>
          </p:nvGrpSpPr>
          <p:grpSpPr>
            <a:xfrm>
              <a:off x="1226057" y="5133508"/>
              <a:ext cx="299720" cy="71120"/>
              <a:chOff x="3495040" y="1884680"/>
              <a:chExt cx="299720" cy="71120"/>
            </a:xfrm>
          </p:grpSpPr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3EB41129-384D-7602-A541-446884072F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線コネクタ 45">
                <a:extLst>
                  <a:ext uri="{FF2B5EF4-FFF2-40B4-BE49-F238E27FC236}">
                    <a16:creationId xmlns:a16="http://schemas.microsoft.com/office/drawing/2014/main" id="{3E3733B6-DC14-433A-976D-71E3441254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737" y="1955800"/>
                <a:ext cx="204326" cy="0"/>
              </a:xfrm>
              <a:prstGeom prst="line">
                <a:avLst/>
              </a:prstGeom>
              <a:ln w="381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楕円 47">
                <a:extLst>
                  <a:ext uri="{FF2B5EF4-FFF2-40B4-BE49-F238E27FC236}">
                    <a16:creationId xmlns:a16="http://schemas.microsoft.com/office/drawing/2014/main" id="{3382661F-3546-8A77-1829-85528212B590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D8095F1A-3002-5CCF-1DD2-63723A2FCFE2}"/>
                </a:ext>
              </a:extLst>
            </p:cNvPr>
            <p:cNvCxnSpPr>
              <a:cxnSpLocks/>
              <a:stCxn id="9" idx="4"/>
              <a:endCxn id="48" idx="0"/>
            </p:cNvCxnSpPr>
            <p:nvPr/>
          </p:nvCxnSpPr>
          <p:spPr>
            <a:xfrm flipH="1">
              <a:off x="1375917" y="4825108"/>
              <a:ext cx="636" cy="308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20C1BDCE-EF4E-72C0-D7BB-7E49D9343AA5}"/>
                </a:ext>
              </a:extLst>
            </p:cNvPr>
            <p:cNvGrpSpPr/>
            <p:nvPr/>
          </p:nvGrpSpPr>
          <p:grpSpPr>
            <a:xfrm>
              <a:off x="1226057" y="5513028"/>
              <a:ext cx="299720" cy="71120"/>
              <a:chOff x="3495040" y="1884680"/>
              <a:chExt cx="299720" cy="71120"/>
            </a:xfrm>
          </p:grpSpPr>
          <p:cxnSp>
            <p:nvCxnSpPr>
              <p:cNvPr id="56" name="直線コネクタ 55">
                <a:extLst>
                  <a:ext uri="{FF2B5EF4-FFF2-40B4-BE49-F238E27FC236}">
                    <a16:creationId xmlns:a16="http://schemas.microsoft.com/office/drawing/2014/main" id="{783B6DC8-D743-6A8C-8AB9-E953FF165E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5040" y="1884680"/>
                <a:ext cx="2997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線コネクタ 57">
                <a:extLst>
                  <a:ext uri="{FF2B5EF4-FFF2-40B4-BE49-F238E27FC236}">
                    <a16:creationId xmlns:a16="http://schemas.microsoft.com/office/drawing/2014/main" id="{B6765308-F51A-0689-FA71-EF88F3682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737" y="1955800"/>
                <a:ext cx="204326" cy="0"/>
              </a:xfrm>
              <a:prstGeom prst="line">
                <a:avLst/>
              </a:prstGeom>
              <a:ln w="381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7" name="楕円 66">
                <a:extLst>
                  <a:ext uri="{FF2B5EF4-FFF2-40B4-BE49-F238E27FC236}">
                    <a16:creationId xmlns:a16="http://schemas.microsoft.com/office/drawing/2014/main" id="{B7CACD7C-104A-1CD2-6BD9-2B3421A5ADA7}"/>
                  </a:ext>
                </a:extLst>
              </p:cNvPr>
              <p:cNvSpPr/>
              <p:nvPr/>
            </p:nvSpPr>
            <p:spPr>
              <a:xfrm>
                <a:off x="3609340" y="1884680"/>
                <a:ext cx="71120" cy="711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0" name="二等辺三角形 69">
              <a:extLst>
                <a:ext uri="{FF2B5EF4-FFF2-40B4-BE49-F238E27FC236}">
                  <a16:creationId xmlns:a16="http://schemas.microsoft.com/office/drawing/2014/main" id="{6EEA19D9-342F-7BAF-56EF-F154E0549B9E}"/>
                </a:ext>
              </a:extLst>
            </p:cNvPr>
            <p:cNvSpPr/>
            <p:nvPr/>
          </p:nvSpPr>
          <p:spPr>
            <a:xfrm rot="10800000">
              <a:off x="1249679" y="5892548"/>
              <a:ext cx="252476" cy="153852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CC83BDC3-BA9E-DB6E-CA0C-3A783DD98389}"/>
                </a:ext>
              </a:extLst>
            </p:cNvPr>
            <p:cNvCxnSpPr>
              <a:cxnSpLocks/>
              <a:stCxn id="48" idx="4"/>
              <a:endCxn id="67" idx="0"/>
            </p:cNvCxnSpPr>
            <p:nvPr/>
          </p:nvCxnSpPr>
          <p:spPr>
            <a:xfrm>
              <a:off x="1375917" y="5204628"/>
              <a:ext cx="0" cy="308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EC521EB4-A72D-AB9A-7B37-63D768D19371}"/>
                </a:ext>
              </a:extLst>
            </p:cNvPr>
            <p:cNvCxnSpPr>
              <a:cxnSpLocks/>
              <a:stCxn id="67" idx="4"/>
              <a:endCxn id="70" idx="3"/>
            </p:cNvCxnSpPr>
            <p:nvPr/>
          </p:nvCxnSpPr>
          <p:spPr>
            <a:xfrm>
              <a:off x="1375917" y="5584148"/>
              <a:ext cx="0" cy="308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311ED7F3-596D-97E3-015B-D66332538B4E}"/>
                </a:ext>
              </a:extLst>
            </p:cNvPr>
            <p:cNvSpPr txBox="1"/>
            <p:nvPr/>
          </p:nvSpPr>
          <p:spPr>
            <a:xfrm>
              <a:off x="900813" y="4996170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9V</a:t>
              </a:r>
            </a:p>
          </p:txBody>
        </p:sp>
        <p:sp>
          <p:nvSpPr>
            <p:cNvPr id="95" name="テキスト ボックス 94">
              <a:extLst>
                <a:ext uri="{FF2B5EF4-FFF2-40B4-BE49-F238E27FC236}">
                  <a16:creationId xmlns:a16="http://schemas.microsoft.com/office/drawing/2014/main" id="{EC5B07BA-5222-D4D6-AD47-042A2DFE4A9B}"/>
                </a:ext>
              </a:extLst>
            </p:cNvPr>
            <p:cNvSpPr txBox="1"/>
            <p:nvPr/>
          </p:nvSpPr>
          <p:spPr>
            <a:xfrm>
              <a:off x="900813" y="5400030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9V</a:t>
              </a:r>
            </a:p>
          </p:txBody>
        </p:sp>
        <p:sp>
          <p:nvSpPr>
            <p:cNvPr id="98" name="テキスト ボックス 97">
              <a:extLst>
                <a:ext uri="{FF2B5EF4-FFF2-40B4-BE49-F238E27FC236}">
                  <a16:creationId xmlns:a16="http://schemas.microsoft.com/office/drawing/2014/main" id="{BCAC78AA-FA7E-87DA-FB2E-1C181AD54FB7}"/>
                </a:ext>
              </a:extLst>
            </p:cNvPr>
            <p:cNvSpPr txBox="1"/>
            <p:nvPr/>
          </p:nvSpPr>
          <p:spPr>
            <a:xfrm>
              <a:off x="1508066" y="4996170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006P</a:t>
              </a:r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6A41259A-8599-B8DD-58A5-048960EE488B}"/>
                </a:ext>
              </a:extLst>
            </p:cNvPr>
            <p:cNvSpPr txBox="1"/>
            <p:nvPr/>
          </p:nvSpPr>
          <p:spPr>
            <a:xfrm>
              <a:off x="1508066" y="5380980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2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onsolas" panose="020B0609020204030204" pitchFamily="49" charset="0"/>
                </a:rPr>
                <a:t>006P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5321413"/>
      </p:ext>
    </p:extLst>
  </p:cSld>
  <p:clrMapOvr>
    <a:masterClrMapping/>
  </p:clrMapOvr>
</p:sld>
</file>

<file path=ppt/theme/theme1.xml><?xml version="1.0" encoding="utf-8"?>
<a:theme xmlns:a="http://schemas.openxmlformats.org/drawingml/2006/main" name="16-9最新版">
  <a:themeElements>
    <a:clrScheme name="好きな配色">
      <a:dk1>
        <a:srgbClr val="1F1F1F"/>
      </a:dk1>
      <a:lt1>
        <a:srgbClr val="FFFFFF"/>
      </a:lt1>
      <a:dk2>
        <a:srgbClr val="44546A"/>
      </a:dk2>
      <a:lt2>
        <a:srgbClr val="E7E6E6"/>
      </a:lt2>
      <a:accent1>
        <a:srgbClr val="0070C0"/>
      </a:accent1>
      <a:accent2>
        <a:srgbClr val="EEB500"/>
      </a:accent2>
      <a:accent3>
        <a:srgbClr val="3D9435"/>
      </a:accent3>
      <a:accent4>
        <a:srgbClr val="138BAE"/>
      </a:accent4>
      <a:accent5>
        <a:srgbClr val="A54675"/>
      </a:accent5>
      <a:accent6>
        <a:srgbClr val="C00000"/>
      </a:accent6>
      <a:hlink>
        <a:srgbClr val="0563C1"/>
      </a:hlink>
      <a:folHlink>
        <a:srgbClr val="954F72"/>
      </a:folHlink>
    </a:clrScheme>
    <a:fontScheme name="きれいめなやつ">
      <a:majorFont>
        <a:latin typeface="BIZ UDPゴシック"/>
        <a:ea typeface="BIZ UDPゴシック"/>
        <a:cs typeface=""/>
      </a:majorFont>
      <a:minorFont>
        <a:latin typeface="Arial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sz="2400" dirty="0" smtClean="0">
            <a:solidFill>
              <a:schemeClr val="tx1">
                <a:lumMod val="90000"/>
                <a:lumOff val="1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きれいなやつ.potx" id="{F42D3002-F69A-415C-AB6A-2B089E85E5BA}" vid="{1C3DEFA8-A10E-4120-82CA-EEE3621A805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きれいなやつ</Template>
  <TotalTime>775</TotalTime>
  <Words>47</Words>
  <Application>Microsoft Office PowerPoint</Application>
  <PresentationFormat>ワイド画面</PresentationFormat>
  <Paragraphs>40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BIZ UDPゴシック</vt:lpstr>
      <vt:lpstr>游ゴシック</vt:lpstr>
      <vt:lpstr>Arial</vt:lpstr>
      <vt:lpstr>Consolas</vt:lpstr>
      <vt:lpstr>16-9最新版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政大 福岡</dc:creator>
  <cp:lastModifiedBy>政大 福岡</cp:lastModifiedBy>
  <cp:revision>7</cp:revision>
  <dcterms:created xsi:type="dcterms:W3CDTF">2026-06-01T15:34:30Z</dcterms:created>
  <dcterms:modified xsi:type="dcterms:W3CDTF">2026-06-14T12:00:23Z</dcterms:modified>
</cp:coreProperties>
</file>